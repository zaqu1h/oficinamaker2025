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jXI47sZ0Im1S9Evs/oMwbiGEBL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59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75945f666_0_8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f75945f666_0_8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g3f75945f666_0_8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75945f666_1_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f75945f666_1_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3f75945f666_1_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75945f666_0_4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f75945f666_0_4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f75945f666_0_4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" name="Google Shape;20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831850" y="3750945"/>
            <a:ext cx="9843135" cy="8115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831850" y="4610028"/>
            <a:ext cx="7321550" cy="64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/>
          <p:nvPr>
            <p:ph idx="2" type="pic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9"/>
          <p:cNvSpPr txBox="1"/>
          <p:nvPr>
            <p:ph idx="1" type="body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 rot="5400000">
            <a:off x="7683223" y="2506386"/>
            <a:ext cx="5811838" cy="1529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" type="body"/>
          </p:nvPr>
        </p:nvSpPr>
        <p:spPr>
          <a:xfrm rot="5400000">
            <a:off x="2372260" y="-1168935"/>
            <a:ext cx="5811838" cy="8879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75945f666_0_85"/>
          <p:cNvSpPr txBox="1"/>
          <p:nvPr/>
        </p:nvSpPr>
        <p:spPr>
          <a:xfrm>
            <a:off x="753825" y="500500"/>
            <a:ext cx="10671300" cy="12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Universidade Estadual de Santa Cruz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Programa de Iniciação à Docência - PID, Edital N° 54/2025</a:t>
            </a:r>
            <a:br>
              <a:rPr lang="pt-B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Ciência da Computação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g3f75945f666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5025" y="500507"/>
            <a:ext cx="842772" cy="109240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f75945f666_0_85"/>
          <p:cNvSpPr txBox="1"/>
          <p:nvPr/>
        </p:nvSpPr>
        <p:spPr>
          <a:xfrm>
            <a:off x="5271770" y="5972810"/>
            <a:ext cx="164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Bahia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f75945f666_0_85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f75945f666_0_85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f75945f666_0_85"/>
          <p:cNvSpPr/>
          <p:nvPr/>
        </p:nvSpPr>
        <p:spPr>
          <a:xfrm>
            <a:off x="1463675" y="2574291"/>
            <a:ext cx="452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g3f75945f666_0_85"/>
          <p:cNvPicPr preferRelativeResize="0"/>
          <p:nvPr/>
        </p:nvPicPr>
        <p:blipFill rotWithShape="1">
          <a:blip r:embed="rId4">
            <a:alphaModFix/>
          </a:blip>
          <a:srcRect b="0" l="0" r="61296" t="0"/>
          <a:stretch/>
        </p:blipFill>
        <p:spPr>
          <a:xfrm>
            <a:off x="563245" y="553720"/>
            <a:ext cx="10224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f75945f666_0_85"/>
          <p:cNvPicPr preferRelativeResize="0"/>
          <p:nvPr/>
        </p:nvPicPr>
        <p:blipFill rotWithShape="1">
          <a:blip r:embed="rId4">
            <a:alphaModFix/>
          </a:blip>
          <a:srcRect b="-5710" l="32771" r="-8788" t="5710"/>
          <a:stretch/>
        </p:blipFill>
        <p:spPr>
          <a:xfrm>
            <a:off x="76200" y="1315720"/>
            <a:ext cx="1808480" cy="68643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f75945f666_0_85"/>
          <p:cNvSpPr txBox="1"/>
          <p:nvPr/>
        </p:nvSpPr>
        <p:spPr>
          <a:xfrm>
            <a:off x="2113275" y="2302650"/>
            <a:ext cx="7952400" cy="22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Projeto de ensino</a:t>
            </a:r>
            <a:r>
              <a:rPr lang="pt-BR" sz="4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4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Atividades Maker para Alunos do Ensino Médio</a:t>
            </a:r>
            <a:br>
              <a:rPr lang="pt-BR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800">
                <a:latin typeface="Times New Roman"/>
                <a:ea typeface="Times New Roman"/>
                <a:cs typeface="Times New Roman"/>
                <a:sym typeface="Times New Roman"/>
              </a:rPr>
              <a:t>Atividade 8 - Display de 7 segmentos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g3f75945f666_0_85"/>
          <p:cNvSpPr txBox="1"/>
          <p:nvPr/>
        </p:nvSpPr>
        <p:spPr>
          <a:xfrm>
            <a:off x="1540225" y="4421850"/>
            <a:ext cx="9112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Autor: Isaque Silva Passos Ribeiro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Colaborador(es): Olinoedson Silva Sena e Rodrigo Almeida Pirôpo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75945f666_1_0"/>
          <p:cNvSpPr/>
          <p:nvPr/>
        </p:nvSpPr>
        <p:spPr>
          <a:xfrm>
            <a:off x="-127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f75945f666_1_0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f75945f666_1_0"/>
          <p:cNvSpPr txBox="1"/>
          <p:nvPr/>
        </p:nvSpPr>
        <p:spPr>
          <a:xfrm>
            <a:off x="11519535" y="6365315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f75945f666_1_0"/>
          <p:cNvSpPr txBox="1"/>
          <p:nvPr/>
        </p:nvSpPr>
        <p:spPr>
          <a:xfrm>
            <a:off x="620395" y="1460046"/>
            <a:ext cx="110007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O display de 7 segmentos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Desenvolvimento da atividade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O código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0" name="Google Shape;100;g3f75945f666_1_0"/>
          <p:cNvCxnSpPr/>
          <p:nvPr/>
        </p:nvCxnSpPr>
        <p:spPr>
          <a:xfrm flipH="1">
            <a:off x="2583750" y="2841971"/>
            <a:ext cx="7749300" cy="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1" name="Google Shape;101;g3f75945f666_1_0"/>
          <p:cNvCxnSpPr/>
          <p:nvPr/>
        </p:nvCxnSpPr>
        <p:spPr>
          <a:xfrm>
            <a:off x="5222525" y="1896775"/>
            <a:ext cx="5144400" cy="8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2" name="Google Shape;102;g3f75945f666_1_0"/>
          <p:cNvCxnSpPr/>
          <p:nvPr/>
        </p:nvCxnSpPr>
        <p:spPr>
          <a:xfrm>
            <a:off x="5954850" y="2355431"/>
            <a:ext cx="4378200" cy="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3" name="Google Shape;103;g3f75945f666_1_0"/>
          <p:cNvSpPr txBox="1"/>
          <p:nvPr/>
        </p:nvSpPr>
        <p:spPr>
          <a:xfrm>
            <a:off x="10367065" y="1466093"/>
            <a:ext cx="6393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g3f75945f666_1_0"/>
          <p:cNvSpPr txBox="1"/>
          <p:nvPr/>
        </p:nvSpPr>
        <p:spPr>
          <a:xfrm>
            <a:off x="748649" y="474525"/>
            <a:ext cx="3182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Times New Roman"/>
                <a:ea typeface="Times New Roman"/>
                <a:cs typeface="Times New Roman"/>
                <a:sym typeface="Times New Roman"/>
              </a:rPr>
              <a:t>Sumário</a:t>
            </a:r>
            <a:endParaRPr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614885" y="1520757"/>
            <a:ext cx="55596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display de 7 segmentos é um componente eletrônico que usa 7 LED’s dispostos para exibir números.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 usado em relógios, calculadoras, painéis, etc.</a:t>
            </a:r>
            <a:b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Nesta atividade, faremos o uso de um desses.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1502" y="3928330"/>
            <a:ext cx="2094859" cy="279314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Display de sete segmentos – Wikipédia, a enciclopédia livre" id="115" name="Google Shape;115;p5"/>
          <p:cNvPicPr preferRelativeResize="0"/>
          <p:nvPr/>
        </p:nvPicPr>
        <p:blipFill rotWithShape="1">
          <a:blip r:embed="rId4">
            <a:alphaModFix/>
          </a:blip>
          <a:srcRect b="0" l="0" r="11311" t="0"/>
          <a:stretch/>
        </p:blipFill>
        <p:spPr>
          <a:xfrm>
            <a:off x="7313090" y="514879"/>
            <a:ext cx="3791685" cy="324249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" name="Google Shape;116;p5"/>
          <p:cNvSpPr txBox="1"/>
          <p:nvPr/>
        </p:nvSpPr>
        <p:spPr>
          <a:xfrm>
            <a:off x="614870" y="595245"/>
            <a:ext cx="7932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Times New Roman"/>
                <a:ea typeface="Times New Roman"/>
                <a:cs typeface="Times New Roman"/>
                <a:sym typeface="Times New Roman"/>
              </a:rPr>
              <a:t>O display de 7 segmentos</a:t>
            </a:r>
            <a:endParaRPr sz="4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3499960" y="5056937"/>
            <a:ext cx="519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</a:t>
            </a: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LEDs</a:t>
            </a: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são divididos em letras.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ircuitos Digitais | Repo of Digital Circuits course - CRT0384"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879" y="2028657"/>
            <a:ext cx="4760624" cy="259955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Kit 4 x Display 7 segmentos 0.56" id="127" name="Google Shape;1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8515" y="1505462"/>
            <a:ext cx="4905994" cy="323921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465" y="1243965"/>
            <a:ext cx="9731069" cy="546807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7" name="Google Shape;137;p4"/>
          <p:cNvSpPr txBox="1"/>
          <p:nvPr/>
        </p:nvSpPr>
        <p:spPr>
          <a:xfrm>
            <a:off x="1545175" y="1706575"/>
            <a:ext cx="1405500" cy="42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Arduino UNO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4"/>
          <p:cNvCxnSpPr/>
          <p:nvPr/>
        </p:nvCxnSpPr>
        <p:spPr>
          <a:xfrm>
            <a:off x="2105725" y="2129875"/>
            <a:ext cx="284400" cy="8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9" name="Google Shape;139;p4"/>
          <p:cNvSpPr txBox="1"/>
          <p:nvPr/>
        </p:nvSpPr>
        <p:spPr>
          <a:xfrm>
            <a:off x="7235325" y="3320725"/>
            <a:ext cx="641400" cy="36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LED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4"/>
          <p:cNvCxnSpPr>
            <a:stCxn id="139" idx="2"/>
          </p:cNvCxnSpPr>
          <p:nvPr/>
        </p:nvCxnSpPr>
        <p:spPr>
          <a:xfrm flipH="1">
            <a:off x="7321125" y="3685825"/>
            <a:ext cx="234900" cy="98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1" name="Google Shape;141;p4"/>
          <p:cNvCxnSpPr/>
          <p:nvPr/>
        </p:nvCxnSpPr>
        <p:spPr>
          <a:xfrm>
            <a:off x="8052975" y="2920975"/>
            <a:ext cx="155400" cy="29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2" name="Google Shape;142;p4"/>
          <p:cNvSpPr txBox="1"/>
          <p:nvPr/>
        </p:nvSpPr>
        <p:spPr>
          <a:xfrm>
            <a:off x="5484550" y="3887875"/>
            <a:ext cx="1476000" cy="42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Resistor de 10kΩ 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6960500" y="5933050"/>
            <a:ext cx="1569600" cy="42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Resistor de 331Ω 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7118525" y="2497675"/>
            <a:ext cx="1740900" cy="42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Resistor de 201Ω 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4"/>
          <p:cNvCxnSpPr/>
          <p:nvPr/>
        </p:nvCxnSpPr>
        <p:spPr>
          <a:xfrm>
            <a:off x="6525850" y="4311175"/>
            <a:ext cx="73500" cy="707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" name="Google Shape;146;p4"/>
          <p:cNvCxnSpPr>
            <a:stCxn id="143" idx="0"/>
          </p:cNvCxnSpPr>
          <p:nvPr/>
        </p:nvCxnSpPr>
        <p:spPr>
          <a:xfrm rot="10800000">
            <a:off x="7648700" y="5394550"/>
            <a:ext cx="96600" cy="53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" name="Google Shape;147;p4"/>
          <p:cNvSpPr txBox="1"/>
          <p:nvPr/>
        </p:nvSpPr>
        <p:spPr>
          <a:xfrm>
            <a:off x="5149850" y="5962150"/>
            <a:ext cx="641400" cy="36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LDR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4"/>
          <p:cNvCxnSpPr>
            <a:stCxn id="147" idx="0"/>
          </p:cNvCxnSpPr>
          <p:nvPr/>
        </p:nvCxnSpPr>
        <p:spPr>
          <a:xfrm flipH="1" rot="10800000">
            <a:off x="5470550" y="5076550"/>
            <a:ext cx="769800" cy="88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9" name="Google Shape;149;p4"/>
          <p:cNvSpPr txBox="1"/>
          <p:nvPr/>
        </p:nvSpPr>
        <p:spPr>
          <a:xfrm>
            <a:off x="8977025" y="6009775"/>
            <a:ext cx="1914600" cy="42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Display 7 Segmentos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4"/>
          <p:cNvCxnSpPr>
            <a:stCxn id="149" idx="0"/>
          </p:cNvCxnSpPr>
          <p:nvPr/>
        </p:nvCxnSpPr>
        <p:spPr>
          <a:xfrm flipH="1" rot="10800000">
            <a:off x="9934325" y="5359975"/>
            <a:ext cx="8100" cy="649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1" name="Google Shape;151;p4"/>
          <p:cNvSpPr txBox="1"/>
          <p:nvPr/>
        </p:nvSpPr>
        <p:spPr>
          <a:xfrm>
            <a:off x="1230470" y="458477"/>
            <a:ext cx="7932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7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90">
                <a:latin typeface="Times New Roman"/>
                <a:ea typeface="Times New Roman"/>
                <a:cs typeface="Times New Roman"/>
                <a:sym typeface="Times New Roman"/>
              </a:rPr>
              <a:t>Desenvolvimento da atividade</a:t>
            </a:r>
            <a:endParaRPr sz="489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5366" y="1243965"/>
            <a:ext cx="9681267" cy="551398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" name="Google Shape;161;p7"/>
          <p:cNvSpPr txBox="1"/>
          <p:nvPr/>
        </p:nvSpPr>
        <p:spPr>
          <a:xfrm>
            <a:off x="1230470" y="458477"/>
            <a:ext cx="7932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7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90">
                <a:latin typeface="Times New Roman"/>
                <a:ea typeface="Times New Roman"/>
                <a:cs typeface="Times New Roman"/>
                <a:sym typeface="Times New Roman"/>
              </a:rPr>
              <a:t>Desenvolvimento da atividade</a:t>
            </a:r>
            <a:endParaRPr sz="489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600" y="588350"/>
            <a:ext cx="3775821" cy="582985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1" name="Google Shape;17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3650" y="588350"/>
            <a:ext cx="4193245" cy="582985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6440" y="1915160"/>
            <a:ext cx="2335530" cy="3027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9"/>
          <p:cNvPicPr preferRelativeResize="0"/>
          <p:nvPr/>
        </p:nvPicPr>
        <p:blipFill rotWithShape="1">
          <a:blip r:embed="rId4">
            <a:alphaModFix/>
          </a:blip>
          <a:srcRect b="-4340" l="-1229" r="69262" t="-2791"/>
          <a:stretch/>
        </p:blipFill>
        <p:spPr>
          <a:xfrm>
            <a:off x="8963660" y="2051050"/>
            <a:ext cx="1892935" cy="179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9"/>
          <p:cNvPicPr preferRelativeResize="0"/>
          <p:nvPr/>
        </p:nvPicPr>
        <p:blipFill rotWithShape="1">
          <a:blip r:embed="rId4">
            <a:alphaModFix/>
          </a:blip>
          <a:srcRect b="-5708" l="32768" r="-8782" t="5708"/>
          <a:stretch/>
        </p:blipFill>
        <p:spPr>
          <a:xfrm>
            <a:off x="7987030" y="3698875"/>
            <a:ext cx="3846195" cy="145986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 txBox="1"/>
          <p:nvPr>
            <p:ph type="ctrTitle"/>
          </p:nvPr>
        </p:nvSpPr>
        <p:spPr>
          <a:xfrm>
            <a:off x="528955" y="1515110"/>
            <a:ext cx="5185410" cy="28073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pt-BR" sz="4800">
                <a:latin typeface="Arial"/>
                <a:ea typeface="Arial"/>
                <a:cs typeface="Arial"/>
                <a:sym typeface="Arial"/>
              </a:rPr>
              <a:t>Agradecemos pela atenção!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75945f666_0_4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f75945f666_0_4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75945f666_0_4"/>
          <p:cNvSpPr txBox="1"/>
          <p:nvPr/>
        </p:nvSpPr>
        <p:spPr>
          <a:xfrm>
            <a:off x="620395" y="1800225"/>
            <a:ext cx="106362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OLIVEIRA, Marcelo Eduardo de; SOUZA, Matheus Fernando Lima Zuccherelli de; LIBERA, Giovanni Polette Dalla; OLIVEIRA, Renata Lima Zuccherelli de; TECH, Adriano Rogério Bruno.          </a:t>
            </a:r>
            <a:r>
              <a:rPr b="1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Introdução à Robótica Educacional com Arduino – Hands On!: Iniciante</a:t>
            </a: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Pirassununga: Faculdade de Zootecnia e Engenharia de Alimentos da USP, 2020. Disponível em: &lt;https://www.livrosabertos.abcd.usp.br/portaldelivrosUSP/catalog/book/483&gt;. Acesso em: 2</a:t>
            </a: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</a:t>
            </a: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2025.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g3f75945f666_0_4"/>
          <p:cNvSpPr txBox="1"/>
          <p:nvPr/>
        </p:nvSpPr>
        <p:spPr>
          <a:xfrm>
            <a:off x="740946" y="641142"/>
            <a:ext cx="7932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pt-BR" sz="4850">
                <a:latin typeface="Times New Roman"/>
                <a:ea typeface="Times New Roman"/>
                <a:cs typeface="Times New Roman"/>
                <a:sym typeface="Times New Roman"/>
              </a:rPr>
              <a:t>Referência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2025-03-28T17:09:35Z</dcterms:created>
  <dc:creator>Isaque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1046-12.2.0.20326</vt:lpwstr>
  </property>
  <property fmtid="{D5CDD505-2E9C-101B-9397-08002B2CF9AE}" pid="3" name="ICV">
    <vt:lpwstr>FB10A6FDB81D4AC0B9C0F7C5A6FD39F0_11</vt:lpwstr>
  </property>
</Properties>
</file>