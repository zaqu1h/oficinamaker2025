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SnigsG1iyy2FrTE7mVNt/qotq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75991649f_0_87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f75991649f_0_87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f75991649f_0_87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75991649f_0_34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f75991649f_0_34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f75991649f_0_34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482760" y="1279440"/>
            <a:ext cx="614016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90" name="Google Shape;190;p10:notes"/>
          <p:cNvSpPr txBox="1"/>
          <p:nvPr>
            <p:ph idx="12" type="sldNum"/>
          </p:nvPr>
        </p:nvSpPr>
        <p:spPr>
          <a:xfrm>
            <a:off x="4024440" y="9721800"/>
            <a:ext cx="3077640" cy="512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482760" y="1279440"/>
            <a:ext cx="614016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02" name="Google Shape;202;p11:notes"/>
          <p:cNvSpPr txBox="1"/>
          <p:nvPr>
            <p:ph idx="12" type="sldNum"/>
          </p:nvPr>
        </p:nvSpPr>
        <p:spPr>
          <a:xfrm>
            <a:off x="4024440" y="9721800"/>
            <a:ext cx="3077640" cy="512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482760" y="1279440"/>
            <a:ext cx="614016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14" name="Google Shape;214;p12:notes"/>
          <p:cNvSpPr txBox="1"/>
          <p:nvPr>
            <p:ph idx="12" type="sldNum"/>
          </p:nvPr>
        </p:nvSpPr>
        <p:spPr>
          <a:xfrm>
            <a:off x="4024440" y="9721800"/>
            <a:ext cx="3077640" cy="512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:notes"/>
          <p:cNvSpPr/>
          <p:nvPr>
            <p:ph idx="2" type="sldImg"/>
          </p:nvPr>
        </p:nvSpPr>
        <p:spPr>
          <a:xfrm>
            <a:off x="482760" y="1279440"/>
            <a:ext cx="614016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4:notes"/>
          <p:cNvSpPr txBox="1"/>
          <p:nvPr>
            <p:ph idx="1"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24" name="Google Shape;224;p4:notes"/>
          <p:cNvSpPr txBox="1"/>
          <p:nvPr>
            <p:ph idx="12" type="sldNum"/>
          </p:nvPr>
        </p:nvSpPr>
        <p:spPr>
          <a:xfrm>
            <a:off x="4024440" y="9721800"/>
            <a:ext cx="3077640" cy="512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/>
          <p:nvPr>
            <p:ph idx="2" type="sldImg"/>
          </p:nvPr>
        </p:nvSpPr>
        <p:spPr>
          <a:xfrm>
            <a:off x="482760" y="1279440"/>
            <a:ext cx="614016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20:notes"/>
          <p:cNvSpPr txBox="1"/>
          <p:nvPr>
            <p:ph idx="1"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35" name="Google Shape;235;p20:notes"/>
          <p:cNvSpPr txBox="1"/>
          <p:nvPr>
            <p:ph idx="12" type="sldNum"/>
          </p:nvPr>
        </p:nvSpPr>
        <p:spPr>
          <a:xfrm>
            <a:off x="4024440" y="9721800"/>
            <a:ext cx="3077640" cy="512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/>
          <p:nvPr>
            <p:ph idx="2" type="sldImg"/>
          </p:nvPr>
        </p:nvSpPr>
        <p:spPr>
          <a:xfrm>
            <a:off x="482760" y="1279440"/>
            <a:ext cx="614016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46" name="Google Shape;246;p21:notes"/>
          <p:cNvSpPr txBox="1"/>
          <p:nvPr>
            <p:ph idx="12" type="sldNum"/>
          </p:nvPr>
        </p:nvSpPr>
        <p:spPr>
          <a:xfrm>
            <a:off x="4024440" y="9721800"/>
            <a:ext cx="3077640" cy="512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:notes"/>
          <p:cNvSpPr/>
          <p:nvPr>
            <p:ph idx="2" type="sldImg"/>
          </p:nvPr>
        </p:nvSpPr>
        <p:spPr>
          <a:xfrm>
            <a:off x="482760" y="1279440"/>
            <a:ext cx="614016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22:notes"/>
          <p:cNvSpPr txBox="1"/>
          <p:nvPr>
            <p:ph idx="1"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57" name="Google Shape;257;p22:notes"/>
          <p:cNvSpPr txBox="1"/>
          <p:nvPr>
            <p:ph idx="12" type="sldNum"/>
          </p:nvPr>
        </p:nvSpPr>
        <p:spPr>
          <a:xfrm>
            <a:off x="4024440" y="9721800"/>
            <a:ext cx="3077640" cy="512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3e75feee2_0_81:notes"/>
          <p:cNvSpPr/>
          <p:nvPr>
            <p:ph idx="2" type="sldImg"/>
          </p:nvPr>
        </p:nvSpPr>
        <p:spPr>
          <a:xfrm>
            <a:off x="482622" y="1279566"/>
            <a:ext cx="61407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f3e75feee2_0_81:notes"/>
          <p:cNvSpPr txBox="1"/>
          <p:nvPr>
            <p:ph idx="1" type="body"/>
          </p:nvPr>
        </p:nvSpPr>
        <p:spPr>
          <a:xfrm>
            <a:off x="711233" y="4926169"/>
            <a:ext cx="56835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f3e75feee2_0_81:notes"/>
          <p:cNvSpPr txBox="1"/>
          <p:nvPr>
            <p:ph idx="12" type="sldNum"/>
          </p:nvPr>
        </p:nvSpPr>
        <p:spPr>
          <a:xfrm>
            <a:off x="4024497" y="9722159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:notes"/>
          <p:cNvSpPr/>
          <p:nvPr>
            <p:ph idx="2" type="sldImg"/>
          </p:nvPr>
        </p:nvSpPr>
        <p:spPr>
          <a:xfrm>
            <a:off x="482760" y="1279440"/>
            <a:ext cx="6140160" cy="345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24:notes"/>
          <p:cNvSpPr txBox="1"/>
          <p:nvPr>
            <p:ph idx="1" type="body"/>
          </p:nvPr>
        </p:nvSpPr>
        <p:spPr>
          <a:xfrm>
            <a:off x="711360" y="4925880"/>
            <a:ext cx="5682960" cy="402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76" name="Google Shape;276;p24:notes"/>
          <p:cNvSpPr txBox="1"/>
          <p:nvPr>
            <p:ph idx="12" type="sldNum"/>
          </p:nvPr>
        </p:nvSpPr>
        <p:spPr>
          <a:xfrm>
            <a:off x="4024440" y="9721800"/>
            <a:ext cx="3077640" cy="512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" name="Google Shape;20;p26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75991649f_0_363"/>
          <p:cNvSpPr txBox="1"/>
          <p:nvPr>
            <p:ph type="ctrTitle"/>
          </p:nvPr>
        </p:nvSpPr>
        <p:spPr>
          <a:xfrm>
            <a:off x="1524000" y="1322962"/>
            <a:ext cx="9144000" cy="218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f75991649f_0_36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g3f75991649f_0_36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f75991649f_0_3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" name="Google Shape;32;g3f75991649f_0_36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f75991649f_0_369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f75991649f_0_369"/>
          <p:cNvSpPr txBox="1"/>
          <p:nvPr>
            <p:ph idx="1" type="body"/>
          </p:nvPr>
        </p:nvSpPr>
        <p:spPr>
          <a:xfrm>
            <a:off x="6477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3f75991649f_0_36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f75991649f_0_36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f75991649f_0_36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75991649f_0_375"/>
          <p:cNvSpPr txBox="1"/>
          <p:nvPr>
            <p:ph type="title"/>
          </p:nvPr>
        </p:nvSpPr>
        <p:spPr>
          <a:xfrm>
            <a:off x="831850" y="3750945"/>
            <a:ext cx="98430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f75991649f_0_375"/>
          <p:cNvSpPr txBox="1"/>
          <p:nvPr>
            <p:ph idx="1" type="body"/>
          </p:nvPr>
        </p:nvSpPr>
        <p:spPr>
          <a:xfrm>
            <a:off x="831850" y="4610028"/>
            <a:ext cx="7321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g3f75991649f_0_37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3f75991649f_0_37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f75991649f_0_37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75991649f_0_381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f75991649f_0_381"/>
          <p:cNvSpPr txBox="1"/>
          <p:nvPr>
            <p:ph idx="1" type="body"/>
          </p:nvPr>
        </p:nvSpPr>
        <p:spPr>
          <a:xfrm>
            <a:off x="647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g3f75991649f_0_381"/>
          <p:cNvSpPr txBox="1"/>
          <p:nvPr>
            <p:ph idx="2" type="body"/>
          </p:nvPr>
        </p:nvSpPr>
        <p:spPr>
          <a:xfrm>
            <a:off x="5981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g3f75991649f_0_38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f75991649f_0_38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f75991649f_0_38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75991649f_0_388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f75991649f_0_388"/>
          <p:cNvSpPr txBox="1"/>
          <p:nvPr>
            <p:ph idx="1" type="body"/>
          </p:nvPr>
        </p:nvSpPr>
        <p:spPr>
          <a:xfrm>
            <a:off x="839788" y="1744961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g3f75991649f_0_388"/>
          <p:cNvSpPr txBox="1"/>
          <p:nvPr>
            <p:ph idx="2" type="body"/>
          </p:nvPr>
        </p:nvSpPr>
        <p:spPr>
          <a:xfrm>
            <a:off x="839788" y="2615609"/>
            <a:ext cx="51579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g3f75991649f_0_388"/>
          <p:cNvSpPr txBox="1"/>
          <p:nvPr>
            <p:ph idx="3" type="body"/>
          </p:nvPr>
        </p:nvSpPr>
        <p:spPr>
          <a:xfrm>
            <a:off x="6172200" y="1744961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g3f75991649f_0_388"/>
          <p:cNvSpPr txBox="1"/>
          <p:nvPr>
            <p:ph idx="4" type="body"/>
          </p:nvPr>
        </p:nvSpPr>
        <p:spPr>
          <a:xfrm>
            <a:off x="6172200" y="2615609"/>
            <a:ext cx="51831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g3f75991649f_0_38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f75991649f_0_38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f75991649f_0_38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75991649f_0_397"/>
          <p:cNvSpPr txBox="1"/>
          <p:nvPr>
            <p:ph type="title"/>
          </p:nvPr>
        </p:nvSpPr>
        <p:spPr>
          <a:xfrm>
            <a:off x="838200" y="27662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f75991649f_0_39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f75991649f_0_39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f75991649f_0_39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75991649f_0_40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f75991649f_0_40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f75991649f_0_40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75991649f_0_406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f75991649f_0_406"/>
          <p:cNvSpPr/>
          <p:nvPr>
            <p:ph idx="2" type="pic"/>
          </p:nvPr>
        </p:nvSpPr>
        <p:spPr>
          <a:xfrm>
            <a:off x="5184000" y="766354"/>
            <a:ext cx="5817300" cy="50943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g3f75991649f_0_406"/>
          <p:cNvSpPr txBox="1"/>
          <p:nvPr>
            <p:ph idx="1" type="body"/>
          </p:nvPr>
        </p:nvSpPr>
        <p:spPr>
          <a:xfrm>
            <a:off x="651827" y="2057400"/>
            <a:ext cx="41652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g3f75991649f_0_40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f75991649f_0_40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f75991649f_0_40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75991649f_0_413"/>
          <p:cNvSpPr txBox="1"/>
          <p:nvPr>
            <p:ph type="title"/>
          </p:nvPr>
        </p:nvSpPr>
        <p:spPr>
          <a:xfrm rot="5400000">
            <a:off x="7683150" y="2506375"/>
            <a:ext cx="58119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f75991649f_0_413"/>
          <p:cNvSpPr txBox="1"/>
          <p:nvPr>
            <p:ph idx="1" type="body"/>
          </p:nvPr>
        </p:nvSpPr>
        <p:spPr>
          <a:xfrm rot="5400000">
            <a:off x="2372208" y="-1168925"/>
            <a:ext cx="5811900" cy="8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g3f75991649f_0_4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g3f75991649f_0_4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f75991649f_0_4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75991649f_0_4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f75991649f_0_4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75991649f_0_4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" name="Google Shape;87;g3f75991649f_0_419"/>
          <p:cNvSpPr txBox="1"/>
          <p:nvPr>
            <p:ph idx="1" type="body"/>
          </p:nvPr>
        </p:nvSpPr>
        <p:spPr>
          <a:xfrm>
            <a:off x="838200" y="551543"/>
            <a:ext cx="10515600" cy="5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3e75feee2_0_95"/>
          <p:cNvSpPr txBox="1"/>
          <p:nvPr>
            <p:ph type="ctrTitle"/>
          </p:nvPr>
        </p:nvSpPr>
        <p:spPr>
          <a:xfrm>
            <a:off x="1524000" y="1322962"/>
            <a:ext cx="9144000" cy="218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f3e75feee2_0_9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f3e75feee2_0_9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f3e75feee2_0_9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9" name="Google Shape;99;g3f3e75feee2_0_9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3e75feee2_0_101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f3e75feee2_0_101"/>
          <p:cNvSpPr txBox="1"/>
          <p:nvPr>
            <p:ph idx="1" type="body"/>
          </p:nvPr>
        </p:nvSpPr>
        <p:spPr>
          <a:xfrm>
            <a:off x="6477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g3f3e75feee2_0_10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f3e75feee2_0_10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f3e75feee2_0_10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3e75feee2_0_107"/>
          <p:cNvSpPr txBox="1"/>
          <p:nvPr>
            <p:ph type="title"/>
          </p:nvPr>
        </p:nvSpPr>
        <p:spPr>
          <a:xfrm>
            <a:off x="831850" y="3750945"/>
            <a:ext cx="98430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f3e75feee2_0_107"/>
          <p:cNvSpPr txBox="1"/>
          <p:nvPr>
            <p:ph idx="1" type="body"/>
          </p:nvPr>
        </p:nvSpPr>
        <p:spPr>
          <a:xfrm>
            <a:off x="831850" y="4610028"/>
            <a:ext cx="7321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g3f3e75feee2_0_10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f3e75feee2_0_10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f3e75feee2_0_10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3e75feee2_0_113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f3e75feee2_0_113"/>
          <p:cNvSpPr txBox="1"/>
          <p:nvPr>
            <p:ph idx="1" type="body"/>
          </p:nvPr>
        </p:nvSpPr>
        <p:spPr>
          <a:xfrm>
            <a:off x="647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g3f3e75feee2_0_113"/>
          <p:cNvSpPr txBox="1"/>
          <p:nvPr>
            <p:ph idx="2" type="body"/>
          </p:nvPr>
        </p:nvSpPr>
        <p:spPr>
          <a:xfrm>
            <a:off x="5981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g3f3e75feee2_0_1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f3e75feee2_0_1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f3e75feee2_0_1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3e75feee2_0_120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f3e75feee2_0_120"/>
          <p:cNvSpPr txBox="1"/>
          <p:nvPr>
            <p:ph idx="1" type="body"/>
          </p:nvPr>
        </p:nvSpPr>
        <p:spPr>
          <a:xfrm>
            <a:off x="839788" y="1744961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g3f3e75feee2_0_120"/>
          <p:cNvSpPr txBox="1"/>
          <p:nvPr>
            <p:ph idx="2" type="body"/>
          </p:nvPr>
        </p:nvSpPr>
        <p:spPr>
          <a:xfrm>
            <a:off x="839788" y="2615609"/>
            <a:ext cx="51579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g3f3e75feee2_0_120"/>
          <p:cNvSpPr txBox="1"/>
          <p:nvPr>
            <p:ph idx="3" type="body"/>
          </p:nvPr>
        </p:nvSpPr>
        <p:spPr>
          <a:xfrm>
            <a:off x="6172200" y="1744961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g3f3e75feee2_0_120"/>
          <p:cNvSpPr txBox="1"/>
          <p:nvPr>
            <p:ph idx="4" type="body"/>
          </p:nvPr>
        </p:nvSpPr>
        <p:spPr>
          <a:xfrm>
            <a:off x="6172200" y="2615609"/>
            <a:ext cx="51831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g3f3e75feee2_0_1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f3e75feee2_0_1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f3e75feee2_0_1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3e75feee2_0_129"/>
          <p:cNvSpPr txBox="1"/>
          <p:nvPr>
            <p:ph type="title"/>
          </p:nvPr>
        </p:nvSpPr>
        <p:spPr>
          <a:xfrm>
            <a:off x="838200" y="27662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f3e75feee2_0_12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f3e75feee2_0_12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f3e75feee2_0_1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3e75feee2_0_13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f3e75feee2_0_13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f3e75feee2_0_1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3e75feee2_0_138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f3e75feee2_0_138"/>
          <p:cNvSpPr/>
          <p:nvPr>
            <p:ph idx="2" type="pic"/>
          </p:nvPr>
        </p:nvSpPr>
        <p:spPr>
          <a:xfrm>
            <a:off x="5184000" y="766354"/>
            <a:ext cx="5817300" cy="50943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g3f3e75feee2_0_138"/>
          <p:cNvSpPr txBox="1"/>
          <p:nvPr>
            <p:ph idx="1" type="body"/>
          </p:nvPr>
        </p:nvSpPr>
        <p:spPr>
          <a:xfrm>
            <a:off x="651827" y="2057400"/>
            <a:ext cx="41652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1" name="Google Shape;141;g3f3e75feee2_0_13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f3e75feee2_0_13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f3e75feee2_0_1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3e75feee2_0_145"/>
          <p:cNvSpPr txBox="1"/>
          <p:nvPr>
            <p:ph type="title"/>
          </p:nvPr>
        </p:nvSpPr>
        <p:spPr>
          <a:xfrm rot="5400000">
            <a:off x="7683150" y="2506375"/>
            <a:ext cx="58119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f3e75feee2_0_145"/>
          <p:cNvSpPr txBox="1"/>
          <p:nvPr>
            <p:ph idx="1" type="body"/>
          </p:nvPr>
        </p:nvSpPr>
        <p:spPr>
          <a:xfrm rot="5400000">
            <a:off x="2372208" y="-1168925"/>
            <a:ext cx="5811900" cy="8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g3f3e75feee2_0_1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f3e75feee2_0_1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f3e75feee2_0_1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3e75feee2_0_1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f3e75feee2_0_1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f3e75feee2_0_1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4" name="Google Shape;154;g3f3e75feee2_0_151"/>
          <p:cNvSpPr txBox="1"/>
          <p:nvPr>
            <p:ph idx="1" type="body"/>
          </p:nvPr>
        </p:nvSpPr>
        <p:spPr>
          <a:xfrm>
            <a:off x="838200" y="551543"/>
            <a:ext cx="10515600" cy="5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25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25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25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2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75991649f_0_3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g3f75991649f_0_35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g3f75991649f_0_35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g3f75991649f_0_35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g3f75991649f_0_3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3e75feee2_0_8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g3f3e75feee2_0_8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g3f3e75feee2_0_8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g3f3e75feee2_0_8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f3e75feee2_0_8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75991649f_0_87"/>
          <p:cNvSpPr txBox="1"/>
          <p:nvPr/>
        </p:nvSpPr>
        <p:spPr>
          <a:xfrm>
            <a:off x="753825" y="500500"/>
            <a:ext cx="106713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Universidade Estadual de Santa Cruz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Programa de Iniciação à Docência - PID, Edital N° 54/2025</a:t>
            </a:r>
            <a:b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Ciência da Computação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g3f75991649f_0_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5025" y="500507"/>
            <a:ext cx="842772" cy="10924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f75991649f_0_87"/>
          <p:cNvSpPr txBox="1"/>
          <p:nvPr/>
        </p:nvSpPr>
        <p:spPr>
          <a:xfrm>
            <a:off x="5271770" y="5972810"/>
            <a:ext cx="164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Bahia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75991649f_0_87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75991649f_0_87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75991649f_0_87"/>
          <p:cNvSpPr/>
          <p:nvPr/>
        </p:nvSpPr>
        <p:spPr>
          <a:xfrm>
            <a:off x="1463675" y="2574291"/>
            <a:ext cx="452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g3f75991649f_0_87"/>
          <p:cNvPicPr preferRelativeResize="0"/>
          <p:nvPr/>
        </p:nvPicPr>
        <p:blipFill rotWithShape="1">
          <a:blip r:embed="rId4">
            <a:alphaModFix/>
          </a:blip>
          <a:srcRect b="0" l="0" r="61296" t="0"/>
          <a:stretch/>
        </p:blipFill>
        <p:spPr>
          <a:xfrm>
            <a:off x="563245" y="553720"/>
            <a:ext cx="1022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f75991649f_0_87"/>
          <p:cNvPicPr preferRelativeResize="0"/>
          <p:nvPr/>
        </p:nvPicPr>
        <p:blipFill rotWithShape="1">
          <a:blip r:embed="rId4">
            <a:alphaModFix/>
          </a:blip>
          <a:srcRect b="-5710" l="32771" r="-8788" t="5710"/>
          <a:stretch/>
        </p:blipFill>
        <p:spPr>
          <a:xfrm>
            <a:off x="76200" y="1315720"/>
            <a:ext cx="1808480" cy="68643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f75991649f_0_87"/>
          <p:cNvSpPr txBox="1"/>
          <p:nvPr/>
        </p:nvSpPr>
        <p:spPr>
          <a:xfrm>
            <a:off x="2113275" y="2302650"/>
            <a:ext cx="7952400" cy="22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Projeto de ensino</a:t>
            </a:r>
            <a:r>
              <a:rPr lang="pt-BR"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4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Atividades Maker para Alunos do Ensino Médio</a:t>
            </a:r>
            <a:br>
              <a:rPr lang="pt-BR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800">
                <a:latin typeface="Times New Roman"/>
                <a:ea typeface="Times New Roman"/>
                <a:cs typeface="Times New Roman"/>
                <a:sym typeface="Times New Roman"/>
              </a:rPr>
              <a:t>Atividade 5 - LDR + LED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g3f75991649f_0_87"/>
          <p:cNvSpPr txBox="1"/>
          <p:nvPr/>
        </p:nvSpPr>
        <p:spPr>
          <a:xfrm>
            <a:off x="1540225" y="4421850"/>
            <a:ext cx="911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Autor: Isaque Silva Passos Ribeiro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Colaborador(es): </a:t>
            </a: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Alex Santos Amaral e Ronaldo Ribeiro Porto Filho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75991649f_0_340"/>
          <p:cNvSpPr/>
          <p:nvPr/>
        </p:nvSpPr>
        <p:spPr>
          <a:xfrm>
            <a:off x="-127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75991649f_0_340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75991649f_0_340"/>
          <p:cNvSpPr/>
          <p:nvPr/>
        </p:nvSpPr>
        <p:spPr>
          <a:xfrm>
            <a:off x="-127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75991649f_0_340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75991649f_0_340"/>
          <p:cNvSpPr txBox="1"/>
          <p:nvPr/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f75991649f_0_340"/>
          <p:cNvSpPr txBox="1"/>
          <p:nvPr/>
        </p:nvSpPr>
        <p:spPr>
          <a:xfrm>
            <a:off x="620395" y="1701148"/>
            <a:ext cx="110007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Sensor LDR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Entradas anal</a:t>
            </a: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ógicas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Desenvolvimento da atividade 5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LDR + LED: c</a:t>
            </a: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ódigo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1" name="Google Shape;181;g3f75991649f_0_340"/>
          <p:cNvCxnSpPr/>
          <p:nvPr/>
        </p:nvCxnSpPr>
        <p:spPr>
          <a:xfrm flipH="1">
            <a:off x="6291750" y="3083073"/>
            <a:ext cx="4041300" cy="2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2" name="Google Shape;182;g3f75991649f_0_340"/>
          <p:cNvCxnSpPr/>
          <p:nvPr/>
        </p:nvCxnSpPr>
        <p:spPr>
          <a:xfrm>
            <a:off x="3099700" y="2130450"/>
            <a:ext cx="7267200" cy="42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3" name="Google Shape;183;g3f75991649f_0_340"/>
          <p:cNvCxnSpPr/>
          <p:nvPr/>
        </p:nvCxnSpPr>
        <p:spPr>
          <a:xfrm flipH="1" rot="10800000">
            <a:off x="4386875" y="3583200"/>
            <a:ext cx="5980500" cy="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84" name="Google Shape;184;g3f75991649f_0_340"/>
          <p:cNvCxnSpPr/>
          <p:nvPr/>
        </p:nvCxnSpPr>
        <p:spPr>
          <a:xfrm flipH="1" rot="10800000">
            <a:off x="4292475" y="2596900"/>
            <a:ext cx="6040500" cy="1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85" name="Google Shape;185;g3f75991649f_0_340"/>
          <p:cNvSpPr txBox="1"/>
          <p:nvPr/>
        </p:nvSpPr>
        <p:spPr>
          <a:xfrm>
            <a:off x="10367065" y="1707194"/>
            <a:ext cx="6393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g3f75991649f_0_340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Sumário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/>
          <p:nvPr/>
        </p:nvSpPr>
        <p:spPr>
          <a:xfrm>
            <a:off x="0" y="0"/>
            <a:ext cx="1219212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0" y="0"/>
            <a:ext cx="1151928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 txBox="1"/>
          <p:nvPr>
            <p:ph idx="12" type="sldNum"/>
          </p:nvPr>
        </p:nvSpPr>
        <p:spPr>
          <a:xfrm>
            <a:off x="11520000" y="6356520"/>
            <a:ext cx="4676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14880" y="1719000"/>
            <a:ext cx="6355440" cy="4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sensor de Luminosidade LDR é um </a:t>
            </a:r>
            <a:r>
              <a:rPr b="1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componente eletrônico 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 detecta a intensidade de luz do ambiente.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 é utilizado em sistemas que envolvem controle de </a:t>
            </a:r>
            <a:r>
              <a:rPr b="1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iluminação e automação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Vamos utilizá-lo para medir a intensidade de luz ambiente.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5800" y="1217160"/>
            <a:ext cx="2190600" cy="220968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Diagrama, Esquemático&#10;&#10;O conteúdo gerado por IA pode estar incorreto." id="197" name="Google Shape;197;p10"/>
          <p:cNvPicPr preferRelativeResize="0"/>
          <p:nvPr/>
        </p:nvPicPr>
        <p:blipFill rotWithShape="1">
          <a:blip r:embed="rId4">
            <a:alphaModFix/>
          </a:blip>
          <a:srcRect b="49152" l="14487" r="55993" t="16410"/>
          <a:stretch/>
        </p:blipFill>
        <p:spPr>
          <a:xfrm>
            <a:off x="8102160" y="3912480"/>
            <a:ext cx="2304360" cy="17928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8" name="Google Shape;198;p10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Sensor LDR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/>
          <p:nvPr/>
        </p:nvSpPr>
        <p:spPr>
          <a:xfrm>
            <a:off x="0" y="0"/>
            <a:ext cx="1219212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0" y="0"/>
            <a:ext cx="1151928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 txBox="1"/>
          <p:nvPr>
            <p:ph idx="12" type="sldNum"/>
          </p:nvPr>
        </p:nvSpPr>
        <p:spPr>
          <a:xfrm>
            <a:off x="11520000" y="6356520"/>
            <a:ext cx="4676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614880" y="1717560"/>
            <a:ext cx="6052680" cy="393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 </a:t>
            </a:r>
            <a:r>
              <a:rPr b="1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sinal analógico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é usado para representar variáveis físicas, como temperatura, pressão, som, luz, etc.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 isso, o arduino transforma esses sinais em </a:t>
            </a:r>
            <a:r>
              <a:rPr b="1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sinais digitais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poder usá-los, a partir das chamadas </a:t>
            </a:r>
            <a:r>
              <a:rPr b="1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entradas analógicas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ntendendo as Entradas Analógicas do Arduino - Embarcados" id="208" name="Google Shape;2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920" y="667440"/>
            <a:ext cx="4590720" cy="199044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9" name="Google Shape;2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1480" y="3106440"/>
            <a:ext cx="4589640" cy="325296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0" name="Google Shape;210;p11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Entradas analógicas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0" y="0"/>
            <a:ext cx="1219212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0" y="0"/>
            <a:ext cx="1151928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 txBox="1"/>
          <p:nvPr>
            <p:ph idx="12" type="sldNum"/>
          </p:nvPr>
        </p:nvSpPr>
        <p:spPr>
          <a:xfrm>
            <a:off x="11520000" y="6356520"/>
            <a:ext cx="4676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9" name="Google Shape;2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560" y="1432440"/>
            <a:ext cx="9432720" cy="511596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0" name="Google Shape;220;p12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Entradas analógicas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"/>
          <p:cNvSpPr/>
          <p:nvPr/>
        </p:nvSpPr>
        <p:spPr>
          <a:xfrm>
            <a:off x="0" y="0"/>
            <a:ext cx="1219212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0" y="0"/>
            <a:ext cx="1151928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"/>
          <p:cNvSpPr txBox="1"/>
          <p:nvPr>
            <p:ph idx="12" type="sldNum"/>
          </p:nvPr>
        </p:nvSpPr>
        <p:spPr>
          <a:xfrm>
            <a:off x="11520000" y="6356520"/>
            <a:ext cx="4676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9" name="Google Shape;2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800" y="1235880"/>
            <a:ext cx="10447920" cy="5040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" name="Google Shape;2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47240" y="7794720"/>
            <a:ext cx="10447920" cy="5040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1" name="Google Shape;231;p4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Desenvolvimento da atividade 5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/>
          <p:nvPr/>
        </p:nvSpPr>
        <p:spPr>
          <a:xfrm>
            <a:off x="0" y="0"/>
            <a:ext cx="1219212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0" y="0"/>
            <a:ext cx="1151928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0"/>
          <p:cNvSpPr txBox="1"/>
          <p:nvPr>
            <p:ph idx="12" type="sldNum"/>
          </p:nvPr>
        </p:nvSpPr>
        <p:spPr>
          <a:xfrm>
            <a:off x="11520000" y="6356520"/>
            <a:ext cx="4676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0" name="Google Shape;2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040" y="1323720"/>
            <a:ext cx="10015920" cy="513144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1" name="Google Shape;241;p20"/>
          <p:cNvSpPr/>
          <p:nvPr/>
        </p:nvSpPr>
        <p:spPr>
          <a:xfrm>
            <a:off x="7834680" y="3071880"/>
            <a:ext cx="1469880" cy="81432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Tá claro!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Desenvolvimento da atividade 5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/>
          <p:nvPr/>
        </p:nvSpPr>
        <p:spPr>
          <a:xfrm>
            <a:off x="0" y="0"/>
            <a:ext cx="1219212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0" y="0"/>
            <a:ext cx="1151928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1"/>
          <p:cNvSpPr txBox="1"/>
          <p:nvPr>
            <p:ph idx="12" type="sldNum"/>
          </p:nvPr>
        </p:nvSpPr>
        <p:spPr>
          <a:xfrm>
            <a:off x="11520000" y="6356520"/>
            <a:ext cx="4676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ela de computador com texto preto sobre fundo branco&#10;&#10;O conteúdo gerado por IA pode estar incorreto." id="251" name="Google Shape;2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8680" y="1709640"/>
            <a:ext cx="6902640" cy="468144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/>
          <p:nvPr/>
        </p:nvSpPr>
        <p:spPr>
          <a:xfrm>
            <a:off x="6651720" y="3422880"/>
            <a:ext cx="1680480" cy="78444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Tá escuro!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Desenvolvimento da atividade 5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/>
          <p:nvPr/>
        </p:nvSpPr>
        <p:spPr>
          <a:xfrm>
            <a:off x="0" y="0"/>
            <a:ext cx="1219212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0" y="0"/>
            <a:ext cx="1151928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2"/>
          <p:cNvSpPr txBox="1"/>
          <p:nvPr>
            <p:ph idx="12" type="sldNum"/>
          </p:nvPr>
        </p:nvSpPr>
        <p:spPr>
          <a:xfrm>
            <a:off x="11520000" y="6356520"/>
            <a:ext cx="4676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exto&#10;&#10;O conteúdo gerado por IA pode estar incorreto." id="262" name="Google Shape;2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480" y="1380960"/>
            <a:ext cx="7063200" cy="515808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3" name="Google Shape;263;p22"/>
          <p:cNvSpPr txBox="1"/>
          <p:nvPr/>
        </p:nvSpPr>
        <p:spPr>
          <a:xfrm>
            <a:off x="740946" y="641142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LDR + LED: código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3e75feee2_0_81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3e75feee2_0_81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f3e75feee2_0_81"/>
          <p:cNvSpPr txBox="1"/>
          <p:nvPr/>
        </p:nvSpPr>
        <p:spPr>
          <a:xfrm>
            <a:off x="620395" y="1800225"/>
            <a:ext cx="106362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OLIVEIRA, Marcelo Eduardo de; SOUZA, Matheus Fernando Lima Zuccherelli de; LIBERA, Giovanni Polette Dalla; OLIVEIRA, Renata Lima Zuccherelli de; TECH, Adriano Rogério Bruno.          </a:t>
            </a:r>
            <a:r>
              <a:rPr b="1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 à Robótica Educacional com Arduino – Hands On!: Iniciante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Pirassununga: Faculdade de Zootecnia e Engenharia de Alimentos da USP, 2020. Disponível em: &lt;https://www.livrosabertos.abcd.usp.br/portaldelivrosUSP/catalog/book/483&gt;. Acesso em: 21 mar. 2025.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g3f3e75feee2_0_81"/>
          <p:cNvSpPr txBox="1"/>
          <p:nvPr/>
        </p:nvSpPr>
        <p:spPr>
          <a:xfrm>
            <a:off x="740946" y="641142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Referência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/>
          <p:nvPr/>
        </p:nvSpPr>
        <p:spPr>
          <a:xfrm>
            <a:off x="0" y="0"/>
            <a:ext cx="1219212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0" y="0"/>
            <a:ext cx="11519280" cy="331920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1915200"/>
            <a:ext cx="2335320" cy="3026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4"/>
          <p:cNvPicPr preferRelativeResize="0"/>
          <p:nvPr/>
        </p:nvPicPr>
        <p:blipFill rotWithShape="1">
          <a:blip r:embed="rId4">
            <a:alphaModFix/>
          </a:blip>
          <a:srcRect b="-4346" l="-1226" r="69247" t="-2803"/>
          <a:stretch/>
        </p:blipFill>
        <p:spPr>
          <a:xfrm>
            <a:off x="8963640" y="2050920"/>
            <a:ext cx="1892520" cy="179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4"/>
          <p:cNvPicPr preferRelativeResize="0"/>
          <p:nvPr/>
        </p:nvPicPr>
        <p:blipFill rotWithShape="1">
          <a:blip r:embed="rId4">
            <a:alphaModFix/>
          </a:blip>
          <a:srcRect b="-5701" l="32761" r="-8776" t="5701"/>
          <a:stretch/>
        </p:blipFill>
        <p:spPr>
          <a:xfrm>
            <a:off x="7986960" y="3699000"/>
            <a:ext cx="3845880" cy="145944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 txBox="1"/>
          <p:nvPr>
            <p:ph type="title"/>
          </p:nvPr>
        </p:nvSpPr>
        <p:spPr>
          <a:xfrm>
            <a:off x="528840" y="1515240"/>
            <a:ext cx="5185080" cy="2806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0" lang="pt-BR" sz="4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Agradecemos pela atenção!</a:t>
            </a:r>
            <a:endParaRPr b="0" sz="4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2025-03-28T17:09:35Z</dcterms:created>
  <dc:creator>Isaque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FB10A6FDB81D4AC0B9C0F7C5A6FD39F0_11</vt:lpwstr>
  </property>
  <property fmtid="{D5CDD505-2E9C-101B-9397-08002B2CF9AE}" pid="3" name="KSOProductBuildVer">
    <vt:lpwstr>1046-12.2.0.20326</vt:lpwstr>
  </property>
</Properties>
</file>