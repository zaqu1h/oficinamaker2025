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y="6858000" cx="12192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8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gMEMvEVmEH/yUFuPG3806oDiLs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85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3e74f5c85_0_81:notes"/>
          <p:cNvSpPr/>
          <p:nvPr>
            <p:ph idx="2" type="sldImg"/>
          </p:nvPr>
        </p:nvSpPr>
        <p:spPr>
          <a:xfrm>
            <a:off x="482622" y="1279566"/>
            <a:ext cx="61407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3e74f5c85_0_81:notes"/>
          <p:cNvSpPr txBox="1"/>
          <p:nvPr>
            <p:ph idx="1" type="body"/>
          </p:nvPr>
        </p:nvSpPr>
        <p:spPr>
          <a:xfrm>
            <a:off x="711233" y="4926169"/>
            <a:ext cx="56835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f3e74f5c85_0_81:notes"/>
          <p:cNvSpPr txBox="1"/>
          <p:nvPr>
            <p:ph idx="12" type="sldNum"/>
          </p:nvPr>
        </p:nvSpPr>
        <p:spPr>
          <a:xfrm>
            <a:off x="4024497" y="9722159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3e74f5c85_0_402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3e74f5c85_0_402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3e74f5c85_0_402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3e74f5c85_0_240:notes"/>
          <p:cNvSpPr/>
          <p:nvPr>
            <p:ph idx="2" type="sldImg"/>
          </p:nvPr>
        </p:nvSpPr>
        <p:spPr>
          <a:xfrm>
            <a:off x="482600" y="1279525"/>
            <a:ext cx="6140400" cy="345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3e74f5c85_0_240:notes"/>
          <p:cNvSpPr txBox="1"/>
          <p:nvPr>
            <p:ph idx="1" type="body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3e74f5c85_0_240:notes"/>
          <p:cNvSpPr txBox="1"/>
          <p:nvPr>
            <p:ph idx="12" type="sldNum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4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e74f5c85_0_101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f3e74f5c85_0_1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f3e74f5c85_0_1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3e74f5c85_0_1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g3f3e74f5c85_0_10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3e74f5c85_0_107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f3e74f5c85_0_107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g3f3e74f5c85_0_1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f3e74f5c85_0_1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f3e74f5c85_0_1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3e74f5c85_0_113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f3e74f5c85_0_113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g3f3e74f5c85_0_1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f3e74f5c85_0_1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f3e74f5c85_0_1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3e74f5c85_0_119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g3f3e74f5c85_0_119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g3f3e74f5c85_0_119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3e74f5c85_0_1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3f3e74f5c85_0_1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f3e74f5c85_0_1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3e74f5c85_0_12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f3e74f5c85_0_126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0" name="Google Shape;110;g3f3e74f5c85_0_126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g3f3e74f5c85_0_126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g3f3e74f5c85_0_126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f3e74f5c85_0_12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f3e74f5c85_0_12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f3e74f5c85_0_1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3e74f5c85_0_135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f3e74f5c85_0_1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f3e74f5c85_0_1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f3e74f5c85_0_1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3e74f5c85_0_14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f3e74f5c85_0_14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3f3e74f5c85_0_1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e74f5c85_0_144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f3e74f5c85_0_144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g3f3e74f5c85_0_144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g3f3e74f5c85_0_1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f3e74f5c85_0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f3e74f5c85_0_1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e74f5c85_0_151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f3e74f5c85_0_151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g3f3e74f5c85_0_1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f3e74f5c85_0_1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g3f3e74f5c85_0_1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e74f5c85_0_1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3e74f5c85_0_1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f3e74f5c85_0_1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g3f3e74f5c85_0_157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e74f5c85_0_423"/>
          <p:cNvSpPr txBox="1"/>
          <p:nvPr>
            <p:ph type="ctrTitle"/>
          </p:nvPr>
        </p:nvSpPr>
        <p:spPr>
          <a:xfrm>
            <a:off x="1524000" y="1322962"/>
            <a:ext cx="91440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f3e74f5c85_0_4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f3e74f5c85_0_4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f3e74f5c85_0_4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g3f3e74f5c85_0_42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3e74f5c85_0_429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3f3e74f5c85_0_429"/>
          <p:cNvSpPr txBox="1"/>
          <p:nvPr>
            <p:ph idx="1" type="body"/>
          </p:nvPr>
        </p:nvSpPr>
        <p:spPr>
          <a:xfrm>
            <a:off x="6477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g3f3e74f5c85_0_42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g3f3e74f5c85_0_42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3f3e74f5c85_0_4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3e74f5c85_0_435"/>
          <p:cNvSpPr txBox="1"/>
          <p:nvPr>
            <p:ph type="title"/>
          </p:nvPr>
        </p:nvSpPr>
        <p:spPr>
          <a:xfrm>
            <a:off x="831850" y="3750945"/>
            <a:ext cx="9843000" cy="8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f3e74f5c85_0_435"/>
          <p:cNvSpPr txBox="1"/>
          <p:nvPr>
            <p:ph idx="1" type="body"/>
          </p:nvPr>
        </p:nvSpPr>
        <p:spPr>
          <a:xfrm>
            <a:off x="831850" y="4610028"/>
            <a:ext cx="732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4" name="Google Shape;164;g3f3e74f5c85_0_43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g3f3e74f5c85_0_43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g3f3e74f5c85_0_4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e74f5c85_0_441"/>
          <p:cNvSpPr txBox="1"/>
          <p:nvPr>
            <p:ph type="title"/>
          </p:nvPr>
        </p:nvSpPr>
        <p:spPr>
          <a:xfrm>
            <a:off x="647700" y="25844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3f3e74f5c85_0_441"/>
          <p:cNvSpPr txBox="1"/>
          <p:nvPr>
            <p:ph idx="1" type="body"/>
          </p:nvPr>
        </p:nvSpPr>
        <p:spPr>
          <a:xfrm>
            <a:off x="647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g3f3e74f5c85_0_441"/>
          <p:cNvSpPr txBox="1"/>
          <p:nvPr>
            <p:ph idx="2" type="body"/>
          </p:nvPr>
        </p:nvSpPr>
        <p:spPr>
          <a:xfrm>
            <a:off x="59817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g3f3e74f5c85_0_44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f3e74f5c85_0_44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f3e74f5c85_0_4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3e74f5c85_0_448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f3e74f5c85_0_448"/>
          <p:cNvSpPr txBox="1"/>
          <p:nvPr>
            <p:ph idx="1" type="body"/>
          </p:nvPr>
        </p:nvSpPr>
        <p:spPr>
          <a:xfrm>
            <a:off x="839788" y="1744961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g3f3e74f5c85_0_448"/>
          <p:cNvSpPr txBox="1"/>
          <p:nvPr>
            <p:ph idx="2" type="body"/>
          </p:nvPr>
        </p:nvSpPr>
        <p:spPr>
          <a:xfrm>
            <a:off x="839788" y="2615609"/>
            <a:ext cx="51579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g3f3e74f5c85_0_448"/>
          <p:cNvSpPr txBox="1"/>
          <p:nvPr>
            <p:ph idx="3" type="body"/>
          </p:nvPr>
        </p:nvSpPr>
        <p:spPr>
          <a:xfrm>
            <a:off x="6172200" y="1744961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9" name="Google Shape;179;g3f3e74f5c85_0_448"/>
          <p:cNvSpPr txBox="1"/>
          <p:nvPr>
            <p:ph idx="4" type="body"/>
          </p:nvPr>
        </p:nvSpPr>
        <p:spPr>
          <a:xfrm>
            <a:off x="6172200" y="2615609"/>
            <a:ext cx="5183100" cy="3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f3e74f5c85_0_44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g3f3e74f5c85_0_44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g3f3e74f5c85_0_4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e74f5c85_0_457"/>
          <p:cNvSpPr txBox="1"/>
          <p:nvPr>
            <p:ph type="title"/>
          </p:nvPr>
        </p:nvSpPr>
        <p:spPr>
          <a:xfrm>
            <a:off x="838200" y="27662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f3e74f5c85_0_4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f3e74f5c85_0_4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f3e74f5c85_0_4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3e74f5c85_0_46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f3e74f5c85_0_46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g3f3e74f5c85_0_4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3e74f5c85_0_466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f3e74f5c85_0_466"/>
          <p:cNvSpPr/>
          <p:nvPr>
            <p:ph idx="2" type="pic"/>
          </p:nvPr>
        </p:nvSpPr>
        <p:spPr>
          <a:xfrm>
            <a:off x="5184000" y="766354"/>
            <a:ext cx="5817300" cy="5094300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g3f3e74f5c85_0_466"/>
          <p:cNvSpPr txBox="1"/>
          <p:nvPr>
            <p:ph idx="1" type="body"/>
          </p:nvPr>
        </p:nvSpPr>
        <p:spPr>
          <a:xfrm>
            <a:off x="651827" y="2057400"/>
            <a:ext cx="41652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g3f3e74f5c85_0_46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f3e74f5c85_0_46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g3f3e74f5c85_0_46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3e74f5c85_0_473"/>
          <p:cNvSpPr txBox="1"/>
          <p:nvPr>
            <p:ph type="title"/>
          </p:nvPr>
        </p:nvSpPr>
        <p:spPr>
          <a:xfrm rot="5400000">
            <a:off x="7683150" y="2506375"/>
            <a:ext cx="5811900" cy="15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g3f3e74f5c85_0_473"/>
          <p:cNvSpPr txBox="1"/>
          <p:nvPr>
            <p:ph idx="1" type="body"/>
          </p:nvPr>
        </p:nvSpPr>
        <p:spPr>
          <a:xfrm rot="5400000">
            <a:off x="2372208" y="-1168925"/>
            <a:ext cx="5811900" cy="8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g3f3e74f5c85_0_47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f3e74f5c85_0_47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g3f3e74f5c85_0_4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3e74f5c85_0_47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f3e74f5c85_0_47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f3e74f5c85_0_47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f3e74f5c85_0_479"/>
          <p:cNvSpPr txBox="1"/>
          <p:nvPr>
            <p:ph idx="1" type="body"/>
          </p:nvPr>
        </p:nvSpPr>
        <p:spPr>
          <a:xfrm>
            <a:off x="838200" y="551543"/>
            <a:ext cx="10515600" cy="55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0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0.xml"/><Relationship Id="rId9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e74f5c85_0_9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g3f3e74f5c85_0_9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f3e74f5c85_0_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g3f3e74f5c85_0_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f3e74f5c85_0_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e74f5c85_0_4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5" name="Google Shape;145;g3f3e74f5c85_0_4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g3f3e74f5c85_0_4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g3f3e74f5c85_0_4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g3f3e74f5c85_0_4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3e74f5c85_0_81"/>
          <p:cNvSpPr txBox="1"/>
          <p:nvPr>
            <p:ph idx="1" type="subTitle"/>
          </p:nvPr>
        </p:nvSpPr>
        <p:spPr>
          <a:xfrm>
            <a:off x="2113286" y="2169150"/>
            <a:ext cx="7952400" cy="27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 Maker para Alunos do Ensino Médio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 6A - Buzzer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Autor: Isaque Silva Passos Ribeiro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Colaborador: Gabriel Lucas de Oliveira César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g3f3e74f5c85_0_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g3f3e74f5c85_0_81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3e74f5c85_0_81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f3e74f5c85_0_81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f3e74f5c85_0_81"/>
          <p:cNvSpPr/>
          <p:nvPr/>
        </p:nvSpPr>
        <p:spPr>
          <a:xfrm>
            <a:off x="1939925" y="2573656"/>
            <a:ext cx="23349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f3e74f5c85_0_81"/>
          <p:cNvSpPr/>
          <p:nvPr/>
        </p:nvSpPr>
        <p:spPr>
          <a:xfrm>
            <a:off x="1463675" y="2574291"/>
            <a:ext cx="4527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g3f3e74f5c85_0_81"/>
          <p:cNvPicPr preferRelativeResize="0"/>
          <p:nvPr/>
        </p:nvPicPr>
        <p:blipFill rotWithShape="1">
          <a:blip r:embed="rId4">
            <a:alphaModFix/>
          </a:blip>
          <a:srcRect b="-5710" l="32771" r="-8788" t="5710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3e74f5c85_0_81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3e74f5c85_0_81"/>
          <p:cNvSpPr txBox="1"/>
          <p:nvPr/>
        </p:nvSpPr>
        <p:spPr>
          <a:xfrm>
            <a:off x="753825" y="500500"/>
            <a:ext cx="10671300" cy="12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Programa de Iniciação à Docência - PID, Edital N° 54/2025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3e74f5c85_0_402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3e74f5c85_0_402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3e74f5c85_0_402"/>
          <p:cNvSpPr/>
          <p:nvPr/>
        </p:nvSpPr>
        <p:spPr>
          <a:xfrm>
            <a:off x="-127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3e74f5c85_0_402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3e74f5c85_0_402"/>
          <p:cNvSpPr txBox="1"/>
          <p:nvPr/>
        </p:nvSpPr>
        <p:spPr>
          <a:xfrm>
            <a:off x="620395" y="892175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90"/>
              <a:buFont typeface="Times New Roman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f3e74f5c85_0_402"/>
          <p:cNvSpPr txBox="1"/>
          <p:nvPr/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3e74f5c85_0_402"/>
          <p:cNvSpPr txBox="1"/>
          <p:nvPr/>
        </p:nvSpPr>
        <p:spPr>
          <a:xfrm>
            <a:off x="620395" y="1354527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campainha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Lista dos materiais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simulação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código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g3f3e74f5c85_0_402"/>
          <p:cNvSpPr txBox="1"/>
          <p:nvPr/>
        </p:nvSpPr>
        <p:spPr>
          <a:xfrm>
            <a:off x="10565775" y="1222319"/>
            <a:ext cx="4680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cxnSp>
        <p:nvCxnSpPr>
          <p:cNvPr id="238" name="Google Shape;238;g3f3e74f5c85_0_402"/>
          <p:cNvCxnSpPr/>
          <p:nvPr/>
        </p:nvCxnSpPr>
        <p:spPr>
          <a:xfrm flipH="1" rot="10800000">
            <a:off x="3941000" y="2690644"/>
            <a:ext cx="6642300" cy="2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39" name="Google Shape;239;g3f3e74f5c85_0_402"/>
          <p:cNvCxnSpPr/>
          <p:nvPr/>
        </p:nvCxnSpPr>
        <p:spPr>
          <a:xfrm flipH="1" rot="10800000">
            <a:off x="3104702" y="3135701"/>
            <a:ext cx="7457400" cy="21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40" name="Google Shape;240;g3f3e74f5c85_0_402"/>
          <p:cNvCxnSpPr/>
          <p:nvPr/>
        </p:nvCxnSpPr>
        <p:spPr>
          <a:xfrm flipH="1" rot="10800000">
            <a:off x="2601734" y="3545681"/>
            <a:ext cx="7975500" cy="3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3e74f5c85_0_240"/>
          <p:cNvSpPr/>
          <p:nvPr/>
        </p:nvSpPr>
        <p:spPr>
          <a:xfrm>
            <a:off x="0" y="0"/>
            <a:ext cx="12192640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3e74f5c85_0_240"/>
          <p:cNvSpPr/>
          <p:nvPr/>
        </p:nvSpPr>
        <p:spPr>
          <a:xfrm>
            <a:off x="0" y="0"/>
            <a:ext cx="11519531" cy="332104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3e74f5c85_0_240"/>
          <p:cNvSpPr txBox="1"/>
          <p:nvPr>
            <p:ph idx="12" type="sldNum"/>
          </p:nvPr>
        </p:nvSpPr>
        <p:spPr>
          <a:xfrm>
            <a:off x="11520170" y="6356350"/>
            <a:ext cx="468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f3e74f5c85_0_240"/>
          <p:cNvSpPr txBox="1"/>
          <p:nvPr/>
        </p:nvSpPr>
        <p:spPr>
          <a:xfrm>
            <a:off x="877483" y="1905391"/>
            <a:ext cx="1047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buzzer é um componente eletrônico que emite um sinal sonoro quando solicitado. Este ser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 o componente principal desta atividade.</a:t>
            </a:r>
            <a:endParaRPr/>
          </a:p>
        </p:txBody>
      </p:sp>
      <p:pic>
        <p:nvPicPr>
          <p:cNvPr id="250" name="Google Shape;250;g3f3e74f5c85_0_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6576" y="3176105"/>
            <a:ext cx="2792425" cy="2979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ÓDULO DE BUZZER PASSIVO" id="251" name="Google Shape;251;g3f3e74f5c85_0_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6865" y="2866813"/>
            <a:ext cx="3598559" cy="359855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3e74f5c85_0_240"/>
          <p:cNvSpPr txBox="1"/>
          <p:nvPr>
            <p:ph type="ctrTitle"/>
          </p:nvPr>
        </p:nvSpPr>
        <p:spPr>
          <a:xfrm>
            <a:off x="702945" y="892175"/>
            <a:ext cx="9876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lista dos materiais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"/>
          <p:cNvSpPr txBox="1"/>
          <p:nvPr>
            <p:ph type="ctrTitle"/>
          </p:nvPr>
        </p:nvSpPr>
        <p:spPr>
          <a:xfrm>
            <a:off x="702945" y="892175"/>
            <a:ext cx="9876155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lista dos materiais</a:t>
            </a:r>
            <a:endParaRPr/>
          </a:p>
        </p:txBody>
      </p:sp>
      <p:sp>
        <p:nvSpPr>
          <p:cNvPr id="262" name="Google Shape;262;p4"/>
          <p:cNvSpPr txBox="1"/>
          <p:nvPr/>
        </p:nvSpPr>
        <p:spPr>
          <a:xfrm>
            <a:off x="702725" y="1794921"/>
            <a:ext cx="5677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Além de um buzzer, precisaremos de: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otebook;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R3 + Cabo USB A/B.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jumpers macho x macho;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otebook - ícones de computador grátis" id="263" name="Google Shape;2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985" y="4624505"/>
            <a:ext cx="1655445" cy="1655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mper wire&quot; Icon - Download for free – Iconduck" id="264" name="Google Shape;26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2700000">
            <a:off x="6227450" y="5079801"/>
            <a:ext cx="2854327" cy="741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225" y="4237790"/>
            <a:ext cx="2590800" cy="216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50190" y="4824530"/>
            <a:ext cx="1708149" cy="125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6310" y="4714040"/>
            <a:ext cx="1535430" cy="153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0200"/>
            <a:ext cx="12192635" cy="657415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campainha</a:t>
            </a: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: Simulação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620395" y="1644015"/>
            <a:ext cx="6807835" cy="5015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BUZZER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pinMode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OUTPUT);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nota_do =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131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nota_re =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147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nota_mi =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165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nota_fa =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174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nota_sol =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196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nota_la =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220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nota_si =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246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nota_do3 =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262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/>
          </a:p>
        </p:txBody>
      </p:sp>
      <p:sp>
        <p:nvSpPr>
          <p:cNvPr id="287" name="Google Shape;287;p6"/>
          <p:cNvSpPr txBox="1"/>
          <p:nvPr/>
        </p:nvSpPr>
        <p:spPr>
          <a:xfrm>
            <a:off x="5659120" y="1644015"/>
            <a:ext cx="5681345" cy="4399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/* A funcao "tone" reproduz um sinal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de uma certa frequencia no pino do buzzer.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nota_do);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nota_re);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nota_mi);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nota_fa);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nota_sol);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nota_la);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nota_si);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(BUZZER, nota_do3);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   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noTone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(BUZZER);</a:t>
            </a:r>
            <a:r>
              <a:rPr b="1" lang="en-US" sz="20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000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6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A campainha: Código</a:t>
            </a:r>
            <a:endParaRPr/>
          </a:p>
        </p:txBody>
      </p:sp>
      <p:cxnSp>
        <p:nvCxnSpPr>
          <p:cNvPr id="289" name="Google Shape;289;p6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0" name="Google Shape;290;p6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 txBox="1"/>
          <p:nvPr>
            <p:ph type="ctrTitle"/>
          </p:nvPr>
        </p:nvSpPr>
        <p:spPr>
          <a:xfrm>
            <a:off x="620395" y="892175"/>
            <a:ext cx="7932420" cy="659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489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/>
          </a:p>
        </p:txBody>
      </p:sp>
      <p:sp>
        <p:nvSpPr>
          <p:cNvPr id="299" name="Google Shape;299;p7"/>
          <p:cNvSpPr txBox="1"/>
          <p:nvPr/>
        </p:nvSpPr>
        <p:spPr>
          <a:xfrm>
            <a:off x="620395" y="1800225"/>
            <a:ext cx="10636250" cy="353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8"/>
          <p:cNvPicPr preferRelativeResize="0"/>
          <p:nvPr/>
        </p:nvPicPr>
        <p:blipFill rotWithShape="1">
          <a:blip r:embed="rId4">
            <a:alphaModFix/>
          </a:blip>
          <a:srcRect b="-4341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8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 txBox="1"/>
          <p:nvPr>
            <p:ph type="ctrTitle"/>
          </p:nvPr>
        </p:nvSpPr>
        <p:spPr>
          <a:xfrm>
            <a:off x="3167380" y="154559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Agradecemos pela atenção!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2025-03-28T17:09:00Z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1046-12.2.0.21179</vt:lpwstr>
  </property>
  <property fmtid="{D5CDD505-2E9C-101B-9397-08002B2CF9AE}" pid="3" name="ICV">
    <vt:lpwstr>8B3BF31CB6E447E383E22A3FF0C87609_13</vt:lpwstr>
  </property>
</Properties>
</file>