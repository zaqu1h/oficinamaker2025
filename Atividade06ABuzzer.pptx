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9" r:id="rId5"/>
    <p:sldMasterId id="214748367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y="6858000" cx="12192000"/>
  <p:notesSz cx="7104050" cy="102346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285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6" roundtripDataSignature="AMtx7miVMcvYfn7e6+Mb4TIzcRg/wOtSf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285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6" Type="http://customschemas.google.com/relationships/presentationmetadata" Target="meta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024313" y="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72185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f3e74f5c85_0_81:notes"/>
          <p:cNvSpPr/>
          <p:nvPr>
            <p:ph idx="2" type="sldImg"/>
          </p:nvPr>
        </p:nvSpPr>
        <p:spPr>
          <a:xfrm>
            <a:off x="482622" y="1279566"/>
            <a:ext cx="61407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f3e74f5c85_0_81:notes"/>
          <p:cNvSpPr txBox="1"/>
          <p:nvPr>
            <p:ph idx="1" type="body"/>
          </p:nvPr>
        </p:nvSpPr>
        <p:spPr>
          <a:xfrm>
            <a:off x="711233" y="4926169"/>
            <a:ext cx="5683500" cy="40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3" name="Google Shape;213;g3f3e74f5c85_0_81:notes"/>
          <p:cNvSpPr txBox="1"/>
          <p:nvPr>
            <p:ph idx="12" type="sldNum"/>
          </p:nvPr>
        </p:nvSpPr>
        <p:spPr>
          <a:xfrm>
            <a:off x="4024497" y="9722159"/>
            <a:ext cx="3078300" cy="51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f3e74f5c85_0_402:notes"/>
          <p:cNvSpPr/>
          <p:nvPr>
            <p:ph idx="2" type="sldImg"/>
          </p:nvPr>
        </p:nvSpPr>
        <p:spPr>
          <a:xfrm>
            <a:off x="482600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g3f3e74f5c85_0_402:notes"/>
          <p:cNvSpPr txBox="1"/>
          <p:nvPr>
            <p:ph idx="1" type="body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f3e74f5c85_0_402:notes"/>
          <p:cNvSpPr txBox="1"/>
          <p:nvPr>
            <p:ph idx="12" type="sldNum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f3e74f5c85_0_240:notes"/>
          <p:cNvSpPr/>
          <p:nvPr>
            <p:ph idx="2" type="sldImg"/>
          </p:nvPr>
        </p:nvSpPr>
        <p:spPr>
          <a:xfrm>
            <a:off x="482600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g3f3e74f5c85_0_240:notes"/>
          <p:cNvSpPr txBox="1"/>
          <p:nvPr>
            <p:ph idx="1" type="body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g3f3e74f5c85_0_240:notes"/>
          <p:cNvSpPr txBox="1"/>
          <p:nvPr>
            <p:ph idx="12" type="sldNum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4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4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5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p5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5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6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" name="Google Shape;280;p6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6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7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p7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7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8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" name="Google Shape;302;p8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8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400"/>
              <a:buNone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647700" y="25844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 sz="4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6477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831850" y="3750945"/>
            <a:ext cx="9843135" cy="8115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831850" y="4610028"/>
            <a:ext cx="7321550" cy="647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2400"/>
              <a:buNone/>
              <a:defRPr sz="2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647700" y="25844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6477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59817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b="0" i="0" sz="2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3pPr>
            <a:lvl4pPr indent="-3556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4pPr>
            <a:lvl5pPr indent="-3556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839788" y="1744961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839788" y="2615609"/>
            <a:ext cx="5157787" cy="3574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6172200" y="1744961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6172200" y="2615609"/>
            <a:ext cx="5183188" cy="3574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sz="4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/>
          <p:nvPr>
            <p:ph type="title"/>
          </p:nvPr>
        </p:nvSpPr>
        <p:spPr>
          <a:xfrm>
            <a:off x="646747" y="127000"/>
            <a:ext cx="41652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sz="32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/>
          <p:nvPr>
            <p:ph idx="2" type="pic"/>
          </p:nvPr>
        </p:nvSpPr>
        <p:spPr>
          <a:xfrm>
            <a:off x="5184000" y="766354"/>
            <a:ext cx="5817375" cy="5094446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17"/>
          <p:cNvSpPr txBox="1"/>
          <p:nvPr>
            <p:ph idx="1" type="body"/>
          </p:nvPr>
        </p:nvSpPr>
        <p:spPr>
          <a:xfrm>
            <a:off x="651827" y="2057400"/>
            <a:ext cx="4165200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/>
          <p:nvPr>
            <p:ph type="title"/>
          </p:nvPr>
        </p:nvSpPr>
        <p:spPr>
          <a:xfrm rot="5400000">
            <a:off x="7683223" y="2506386"/>
            <a:ext cx="5811838" cy="15293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" type="body"/>
          </p:nvPr>
        </p:nvSpPr>
        <p:spPr>
          <a:xfrm rot="5400000">
            <a:off x="2372260" y="-1168935"/>
            <a:ext cx="5811838" cy="88799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838200" y="551543"/>
            <a:ext cx="10515600" cy="55589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3e74f5c85_0_101"/>
          <p:cNvSpPr txBox="1"/>
          <p:nvPr>
            <p:ph type="ctrTitle"/>
          </p:nvPr>
        </p:nvSpPr>
        <p:spPr>
          <a:xfrm>
            <a:off x="1524000" y="1322962"/>
            <a:ext cx="9144000" cy="2187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g3f3e74f5c85_0_10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g3f3e74f5c85_0_10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g3f3e74f5c85_0_10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g3f3e74f5c85_0_101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400"/>
              <a:buNone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3e74f5c85_0_107"/>
          <p:cNvSpPr txBox="1"/>
          <p:nvPr>
            <p:ph type="title"/>
          </p:nvPr>
        </p:nvSpPr>
        <p:spPr>
          <a:xfrm>
            <a:off x="647700" y="25844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 sz="4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g3f3e74f5c85_0_107"/>
          <p:cNvSpPr txBox="1"/>
          <p:nvPr>
            <p:ph idx="1" type="body"/>
          </p:nvPr>
        </p:nvSpPr>
        <p:spPr>
          <a:xfrm>
            <a:off x="6477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g3f3e74f5c85_0_10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g3f3e74f5c85_0_10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g3f3e74f5c85_0_10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f3e74f5c85_0_113"/>
          <p:cNvSpPr txBox="1"/>
          <p:nvPr>
            <p:ph type="title"/>
          </p:nvPr>
        </p:nvSpPr>
        <p:spPr>
          <a:xfrm>
            <a:off x="831850" y="3750945"/>
            <a:ext cx="98430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g3f3e74f5c85_0_113"/>
          <p:cNvSpPr txBox="1"/>
          <p:nvPr>
            <p:ph idx="1" type="body"/>
          </p:nvPr>
        </p:nvSpPr>
        <p:spPr>
          <a:xfrm>
            <a:off x="831850" y="4610028"/>
            <a:ext cx="73215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2400"/>
              <a:buNone/>
              <a:defRPr sz="2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7" name="Google Shape;97;g3f3e74f5c85_0_11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g3f3e74f5c85_0_11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g3f3e74f5c85_0_11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3e74f5c85_0_119"/>
          <p:cNvSpPr txBox="1"/>
          <p:nvPr>
            <p:ph type="title"/>
          </p:nvPr>
        </p:nvSpPr>
        <p:spPr>
          <a:xfrm>
            <a:off x="647700" y="25844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g3f3e74f5c85_0_119"/>
          <p:cNvSpPr txBox="1"/>
          <p:nvPr>
            <p:ph idx="1" type="body"/>
          </p:nvPr>
        </p:nvSpPr>
        <p:spPr>
          <a:xfrm>
            <a:off x="6477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g3f3e74f5c85_0_119"/>
          <p:cNvSpPr txBox="1"/>
          <p:nvPr>
            <p:ph idx="2" type="body"/>
          </p:nvPr>
        </p:nvSpPr>
        <p:spPr>
          <a:xfrm>
            <a:off x="59817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b="0" i="0" sz="2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3pPr>
            <a:lvl4pPr indent="-3556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4pPr>
            <a:lvl5pPr indent="-3556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g3f3e74f5c85_0_11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g3f3e74f5c85_0_11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g3f3e74f5c85_0_11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3e74f5c85_0_126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g3f3e74f5c85_0_126"/>
          <p:cNvSpPr txBox="1"/>
          <p:nvPr>
            <p:ph idx="1" type="body"/>
          </p:nvPr>
        </p:nvSpPr>
        <p:spPr>
          <a:xfrm>
            <a:off x="839788" y="1744961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0" name="Google Shape;110;g3f3e74f5c85_0_126"/>
          <p:cNvSpPr txBox="1"/>
          <p:nvPr>
            <p:ph idx="2" type="body"/>
          </p:nvPr>
        </p:nvSpPr>
        <p:spPr>
          <a:xfrm>
            <a:off x="839788" y="2615609"/>
            <a:ext cx="5157900" cy="3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1" name="Google Shape;111;g3f3e74f5c85_0_126"/>
          <p:cNvSpPr txBox="1"/>
          <p:nvPr>
            <p:ph idx="3" type="body"/>
          </p:nvPr>
        </p:nvSpPr>
        <p:spPr>
          <a:xfrm>
            <a:off x="6172200" y="1744961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2" name="Google Shape;112;g3f3e74f5c85_0_126"/>
          <p:cNvSpPr txBox="1"/>
          <p:nvPr>
            <p:ph idx="4" type="body"/>
          </p:nvPr>
        </p:nvSpPr>
        <p:spPr>
          <a:xfrm>
            <a:off x="6172200" y="2615609"/>
            <a:ext cx="5183100" cy="3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g3f3e74f5c85_0_12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g3f3e74f5c85_0_126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g3f3e74f5c85_0_12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3e74f5c85_0_135"/>
          <p:cNvSpPr txBox="1"/>
          <p:nvPr>
            <p:ph type="title"/>
          </p:nvPr>
        </p:nvSpPr>
        <p:spPr>
          <a:xfrm>
            <a:off x="838200" y="2766219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sz="4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g3f3e74f5c85_0_13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g3f3e74f5c85_0_13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g3f3e74f5c85_0_13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3e74f5c85_0_14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g3f3e74f5c85_0_14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g3f3e74f5c85_0_14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3e74f5c85_0_144"/>
          <p:cNvSpPr txBox="1"/>
          <p:nvPr>
            <p:ph type="title"/>
          </p:nvPr>
        </p:nvSpPr>
        <p:spPr>
          <a:xfrm>
            <a:off x="646747" y="127000"/>
            <a:ext cx="41652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sz="32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g3f3e74f5c85_0_144"/>
          <p:cNvSpPr/>
          <p:nvPr>
            <p:ph idx="2" type="pic"/>
          </p:nvPr>
        </p:nvSpPr>
        <p:spPr>
          <a:xfrm>
            <a:off x="5184000" y="766354"/>
            <a:ext cx="5817300" cy="50943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g3f3e74f5c85_0_144"/>
          <p:cNvSpPr txBox="1"/>
          <p:nvPr>
            <p:ph idx="1" type="body"/>
          </p:nvPr>
        </p:nvSpPr>
        <p:spPr>
          <a:xfrm>
            <a:off x="651827" y="2057400"/>
            <a:ext cx="41652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29" name="Google Shape;129;g3f3e74f5c85_0_14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g3f3e74f5c85_0_14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g3f3e74f5c85_0_14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3e74f5c85_0_151"/>
          <p:cNvSpPr txBox="1"/>
          <p:nvPr>
            <p:ph type="title"/>
          </p:nvPr>
        </p:nvSpPr>
        <p:spPr>
          <a:xfrm rot="5400000">
            <a:off x="7683150" y="2506375"/>
            <a:ext cx="5811900" cy="152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g3f3e74f5c85_0_151"/>
          <p:cNvSpPr txBox="1"/>
          <p:nvPr>
            <p:ph idx="1" type="body"/>
          </p:nvPr>
        </p:nvSpPr>
        <p:spPr>
          <a:xfrm rot="5400000">
            <a:off x="2372208" y="-1168925"/>
            <a:ext cx="5811900" cy="88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g3f3e74f5c85_0_15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g3f3e74f5c85_0_15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g3f3e74f5c85_0_15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3e74f5c85_0_15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g3f3e74f5c85_0_15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g3f3e74f5c85_0_15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2" name="Google Shape;142;g3f3e74f5c85_0_157"/>
          <p:cNvSpPr txBox="1"/>
          <p:nvPr>
            <p:ph idx="1" type="body"/>
          </p:nvPr>
        </p:nvSpPr>
        <p:spPr>
          <a:xfrm>
            <a:off x="838200" y="551543"/>
            <a:ext cx="10515600" cy="55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3e74f5c85_0_423"/>
          <p:cNvSpPr txBox="1"/>
          <p:nvPr>
            <p:ph type="ctrTitle"/>
          </p:nvPr>
        </p:nvSpPr>
        <p:spPr>
          <a:xfrm>
            <a:off x="1524000" y="1322962"/>
            <a:ext cx="9144000" cy="2187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g3f3e74f5c85_0_42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g3f3e74f5c85_0_42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g3f3e74f5c85_0_42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4" name="Google Shape;154;g3f3e74f5c85_0_423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400"/>
              <a:buNone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3e74f5c85_0_429"/>
          <p:cNvSpPr txBox="1"/>
          <p:nvPr>
            <p:ph type="title"/>
          </p:nvPr>
        </p:nvSpPr>
        <p:spPr>
          <a:xfrm>
            <a:off x="647700" y="25844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 sz="4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g3f3e74f5c85_0_429"/>
          <p:cNvSpPr txBox="1"/>
          <p:nvPr>
            <p:ph idx="1" type="body"/>
          </p:nvPr>
        </p:nvSpPr>
        <p:spPr>
          <a:xfrm>
            <a:off x="6477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8" name="Google Shape;158;g3f3e74f5c85_0_42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g3f3e74f5c85_0_42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g3f3e74f5c85_0_42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3e74f5c85_0_435"/>
          <p:cNvSpPr txBox="1"/>
          <p:nvPr>
            <p:ph type="title"/>
          </p:nvPr>
        </p:nvSpPr>
        <p:spPr>
          <a:xfrm>
            <a:off x="831850" y="3750945"/>
            <a:ext cx="98430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g3f3e74f5c85_0_435"/>
          <p:cNvSpPr txBox="1"/>
          <p:nvPr>
            <p:ph idx="1" type="body"/>
          </p:nvPr>
        </p:nvSpPr>
        <p:spPr>
          <a:xfrm>
            <a:off x="831850" y="4610028"/>
            <a:ext cx="73215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2400"/>
              <a:buNone/>
              <a:defRPr sz="2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4" name="Google Shape;164;g3f3e74f5c85_0_43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g3f3e74f5c85_0_43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g3f3e74f5c85_0_43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3e74f5c85_0_441"/>
          <p:cNvSpPr txBox="1"/>
          <p:nvPr>
            <p:ph type="title"/>
          </p:nvPr>
        </p:nvSpPr>
        <p:spPr>
          <a:xfrm>
            <a:off x="647700" y="25844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g3f3e74f5c85_0_441"/>
          <p:cNvSpPr txBox="1"/>
          <p:nvPr>
            <p:ph idx="1" type="body"/>
          </p:nvPr>
        </p:nvSpPr>
        <p:spPr>
          <a:xfrm>
            <a:off x="6477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g3f3e74f5c85_0_441"/>
          <p:cNvSpPr txBox="1"/>
          <p:nvPr>
            <p:ph idx="2" type="body"/>
          </p:nvPr>
        </p:nvSpPr>
        <p:spPr>
          <a:xfrm>
            <a:off x="59817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b="0" i="0" sz="2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3pPr>
            <a:lvl4pPr indent="-3556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4pPr>
            <a:lvl5pPr indent="-3556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g3f3e74f5c85_0_44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g3f3e74f5c85_0_44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g3f3e74f5c85_0_44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3e74f5c85_0_448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g3f3e74f5c85_0_448"/>
          <p:cNvSpPr txBox="1"/>
          <p:nvPr>
            <p:ph idx="1" type="body"/>
          </p:nvPr>
        </p:nvSpPr>
        <p:spPr>
          <a:xfrm>
            <a:off x="839788" y="1744961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77" name="Google Shape;177;g3f3e74f5c85_0_448"/>
          <p:cNvSpPr txBox="1"/>
          <p:nvPr>
            <p:ph idx="2" type="body"/>
          </p:nvPr>
        </p:nvSpPr>
        <p:spPr>
          <a:xfrm>
            <a:off x="839788" y="2615609"/>
            <a:ext cx="5157900" cy="3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8" name="Google Shape;178;g3f3e74f5c85_0_448"/>
          <p:cNvSpPr txBox="1"/>
          <p:nvPr>
            <p:ph idx="3" type="body"/>
          </p:nvPr>
        </p:nvSpPr>
        <p:spPr>
          <a:xfrm>
            <a:off x="6172200" y="1744961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79" name="Google Shape;179;g3f3e74f5c85_0_448"/>
          <p:cNvSpPr txBox="1"/>
          <p:nvPr>
            <p:ph idx="4" type="body"/>
          </p:nvPr>
        </p:nvSpPr>
        <p:spPr>
          <a:xfrm>
            <a:off x="6172200" y="2615609"/>
            <a:ext cx="5183100" cy="3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g3f3e74f5c85_0_44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g3f3e74f5c85_0_44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g3f3e74f5c85_0_44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f3e74f5c85_0_457"/>
          <p:cNvSpPr txBox="1"/>
          <p:nvPr>
            <p:ph type="title"/>
          </p:nvPr>
        </p:nvSpPr>
        <p:spPr>
          <a:xfrm>
            <a:off x="838200" y="2766219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sz="4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5" name="Google Shape;185;g3f3e74f5c85_0_45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6" name="Google Shape;186;g3f3e74f5c85_0_45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g3f3e74f5c85_0_45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f3e74f5c85_0_46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g3f3e74f5c85_0_46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g3f3e74f5c85_0_46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f3e74f5c85_0_466"/>
          <p:cNvSpPr txBox="1"/>
          <p:nvPr>
            <p:ph type="title"/>
          </p:nvPr>
        </p:nvSpPr>
        <p:spPr>
          <a:xfrm>
            <a:off x="646747" y="127000"/>
            <a:ext cx="41652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sz="32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g3f3e74f5c85_0_466"/>
          <p:cNvSpPr/>
          <p:nvPr>
            <p:ph idx="2" type="pic"/>
          </p:nvPr>
        </p:nvSpPr>
        <p:spPr>
          <a:xfrm>
            <a:off x="5184000" y="766354"/>
            <a:ext cx="5817300" cy="5094300"/>
          </a:xfrm>
          <a:prstGeom prst="rect">
            <a:avLst/>
          </a:prstGeom>
          <a:noFill/>
          <a:ln>
            <a:noFill/>
          </a:ln>
        </p:spPr>
      </p:sp>
      <p:sp>
        <p:nvSpPr>
          <p:cNvPr id="195" name="Google Shape;195;g3f3e74f5c85_0_466"/>
          <p:cNvSpPr txBox="1"/>
          <p:nvPr>
            <p:ph idx="1" type="body"/>
          </p:nvPr>
        </p:nvSpPr>
        <p:spPr>
          <a:xfrm>
            <a:off x="651827" y="2057400"/>
            <a:ext cx="41652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96" name="Google Shape;196;g3f3e74f5c85_0_46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7" name="Google Shape;197;g3f3e74f5c85_0_466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g3f3e74f5c85_0_46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f3e74f5c85_0_473"/>
          <p:cNvSpPr txBox="1"/>
          <p:nvPr>
            <p:ph type="title"/>
          </p:nvPr>
        </p:nvSpPr>
        <p:spPr>
          <a:xfrm rot="5400000">
            <a:off x="7683150" y="2506375"/>
            <a:ext cx="5811900" cy="152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g3f3e74f5c85_0_473"/>
          <p:cNvSpPr txBox="1"/>
          <p:nvPr>
            <p:ph idx="1" type="body"/>
          </p:nvPr>
        </p:nvSpPr>
        <p:spPr>
          <a:xfrm rot="5400000">
            <a:off x="2372208" y="-1168925"/>
            <a:ext cx="5811900" cy="88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2" name="Google Shape;202;g3f3e74f5c85_0_47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g3f3e74f5c85_0_47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g3f3e74f5c85_0_47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f3e74f5c85_0_47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g3f3e74f5c85_0_47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g3f3e74f5c85_0_47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g3f3e74f5c85_0_479"/>
          <p:cNvSpPr txBox="1"/>
          <p:nvPr>
            <p:ph idx="1" type="body"/>
          </p:nvPr>
        </p:nvSpPr>
        <p:spPr>
          <a:xfrm>
            <a:off x="838200" y="551543"/>
            <a:ext cx="10515600" cy="55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3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20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30.xml"/><Relationship Id="rId9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f3e74f5c85_0_9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g3f3e74f5c85_0_95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9" name="Google Shape;79;g3f3e74f5c85_0_9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0" name="Google Shape;80;g3f3e74f5c85_0_9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1" name="Google Shape;81;g3f3e74f5c85_0_9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3e74f5c85_0_4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45" name="Google Shape;145;g3f3e74f5c85_0_417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g3f3e74f5c85_0_41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g3f3e74f5c85_0_41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8" name="Google Shape;148;g3f3e74f5c85_0_41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11.png"/><Relationship Id="rId7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3e74f5c85_0_81"/>
          <p:cNvSpPr txBox="1"/>
          <p:nvPr>
            <p:ph type="ctrTitle"/>
          </p:nvPr>
        </p:nvSpPr>
        <p:spPr>
          <a:xfrm>
            <a:off x="2362200" y="563245"/>
            <a:ext cx="7467600" cy="10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3110">
                <a:latin typeface="Times New Roman"/>
                <a:ea typeface="Times New Roman"/>
                <a:cs typeface="Times New Roman"/>
                <a:sym typeface="Times New Roman"/>
              </a:rPr>
              <a:t>Universidade Estadual de Santa Cruz</a:t>
            </a:r>
            <a:br>
              <a:rPr lang="en-US" sz="311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3110">
                <a:latin typeface="Times New Roman"/>
                <a:ea typeface="Times New Roman"/>
                <a:cs typeface="Times New Roman"/>
                <a:sym typeface="Times New Roman"/>
              </a:rPr>
              <a:t>Ciência da Computação</a:t>
            </a:r>
            <a:endParaRPr sz="311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6" name="Google Shape;216;g3f3e74f5c85_0_81"/>
          <p:cNvSpPr txBox="1"/>
          <p:nvPr>
            <p:ph idx="1" type="subTitle"/>
          </p:nvPr>
        </p:nvSpPr>
        <p:spPr>
          <a:xfrm>
            <a:off x="2113286" y="2169150"/>
            <a:ext cx="7952400" cy="27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</a:pPr>
            <a:r>
              <a:rPr b="1" lang="en-US" sz="4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Projeto de ensino</a:t>
            </a:r>
            <a:r>
              <a:rPr lang="en-US" sz="4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sz="4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Atividades Maker para Alunos do Ensino Médio</a:t>
            </a:r>
            <a:b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Atividade 6A - Buzzer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</a:pPr>
            <a:r>
              <a:t/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Autor: Isaque Silva Passos Ribeiro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Colaborador: Gabriel Lucas de Oliveira César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17" name="Google Shape;217;g3f3e74f5c85_0_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95025" y="500507"/>
            <a:ext cx="842772" cy="10924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g3f3e74f5c85_0_81"/>
          <p:cNvPicPr preferRelativeResize="0"/>
          <p:nvPr/>
        </p:nvPicPr>
        <p:blipFill rotWithShape="1">
          <a:blip r:embed="rId4">
            <a:alphaModFix/>
          </a:blip>
          <a:srcRect b="0" l="0" r="61296" t="0"/>
          <a:stretch/>
        </p:blipFill>
        <p:spPr>
          <a:xfrm>
            <a:off x="563245" y="553720"/>
            <a:ext cx="10224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g3f3e74f5c85_0_81"/>
          <p:cNvSpPr/>
          <p:nvPr/>
        </p:nvSpPr>
        <p:spPr>
          <a:xfrm>
            <a:off x="0" y="0"/>
            <a:ext cx="12192640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g3f3e74f5c85_0_81"/>
          <p:cNvSpPr/>
          <p:nvPr/>
        </p:nvSpPr>
        <p:spPr>
          <a:xfrm>
            <a:off x="0" y="0"/>
            <a:ext cx="11519531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g3f3e74f5c85_0_81"/>
          <p:cNvSpPr/>
          <p:nvPr/>
        </p:nvSpPr>
        <p:spPr>
          <a:xfrm>
            <a:off x="1939925" y="2573656"/>
            <a:ext cx="23349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Title</a:t>
            </a:r>
            <a:endParaRPr b="1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g3f3e74f5c85_0_81"/>
          <p:cNvSpPr/>
          <p:nvPr/>
        </p:nvSpPr>
        <p:spPr>
          <a:xfrm>
            <a:off x="1463675" y="2574291"/>
            <a:ext cx="4527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1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3" name="Google Shape;223;g3f3e74f5c85_0_81"/>
          <p:cNvPicPr preferRelativeResize="0"/>
          <p:nvPr/>
        </p:nvPicPr>
        <p:blipFill rotWithShape="1">
          <a:blip r:embed="rId4">
            <a:alphaModFix/>
          </a:blip>
          <a:srcRect b="-5710" l="32771" r="-8788" t="5710"/>
          <a:stretch/>
        </p:blipFill>
        <p:spPr>
          <a:xfrm>
            <a:off x="76200" y="1315720"/>
            <a:ext cx="1808480" cy="68643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g3f3e74f5c85_0_81"/>
          <p:cNvSpPr txBox="1"/>
          <p:nvPr/>
        </p:nvSpPr>
        <p:spPr>
          <a:xfrm>
            <a:off x="5271770" y="5972810"/>
            <a:ext cx="16479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Bahia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202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f3e74f5c85_0_402"/>
          <p:cNvSpPr/>
          <p:nvPr/>
        </p:nvSpPr>
        <p:spPr>
          <a:xfrm>
            <a:off x="-1270" y="0"/>
            <a:ext cx="12192640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g3f3e74f5c85_0_402"/>
          <p:cNvSpPr/>
          <p:nvPr/>
        </p:nvSpPr>
        <p:spPr>
          <a:xfrm>
            <a:off x="0" y="0"/>
            <a:ext cx="11519531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g3f3e74f5c85_0_402"/>
          <p:cNvSpPr/>
          <p:nvPr/>
        </p:nvSpPr>
        <p:spPr>
          <a:xfrm>
            <a:off x="-1270" y="0"/>
            <a:ext cx="12192640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g3f3e74f5c85_0_402"/>
          <p:cNvSpPr/>
          <p:nvPr/>
        </p:nvSpPr>
        <p:spPr>
          <a:xfrm>
            <a:off x="0" y="0"/>
            <a:ext cx="11519531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g3f3e74f5c85_0_402"/>
          <p:cNvSpPr txBox="1"/>
          <p:nvPr/>
        </p:nvSpPr>
        <p:spPr>
          <a:xfrm>
            <a:off x="620395" y="892175"/>
            <a:ext cx="79323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90"/>
              <a:buFont typeface="Times New Roman"/>
              <a:buNone/>
            </a:pPr>
            <a:r>
              <a:rPr b="0" i="0" lang="en-US" sz="4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Sumário</a:t>
            </a:r>
            <a:endParaRPr b="0" i="0" sz="44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5" name="Google Shape;235;g3f3e74f5c85_0_402"/>
          <p:cNvSpPr txBox="1"/>
          <p:nvPr/>
        </p:nvSpPr>
        <p:spPr>
          <a:xfrm>
            <a:off x="11520170" y="6356350"/>
            <a:ext cx="468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g3f3e74f5c85_0_402"/>
          <p:cNvSpPr txBox="1"/>
          <p:nvPr/>
        </p:nvSpPr>
        <p:spPr>
          <a:xfrm>
            <a:off x="620395" y="1354527"/>
            <a:ext cx="110007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campainha</a:t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Lista dos materiais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simulação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código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7" name="Google Shape;237;g3f3e74f5c85_0_402"/>
          <p:cNvSpPr txBox="1"/>
          <p:nvPr/>
        </p:nvSpPr>
        <p:spPr>
          <a:xfrm>
            <a:off x="10565775" y="1222319"/>
            <a:ext cx="468000" cy="40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endParaRPr/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/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/>
          </a:p>
        </p:txBody>
      </p:sp>
      <p:cxnSp>
        <p:nvCxnSpPr>
          <p:cNvPr id="238" name="Google Shape;238;g3f3e74f5c85_0_402"/>
          <p:cNvCxnSpPr/>
          <p:nvPr/>
        </p:nvCxnSpPr>
        <p:spPr>
          <a:xfrm flipH="1" rot="10800000">
            <a:off x="3941000" y="2690644"/>
            <a:ext cx="6642300" cy="273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39" name="Google Shape;239;g3f3e74f5c85_0_402"/>
          <p:cNvCxnSpPr/>
          <p:nvPr/>
        </p:nvCxnSpPr>
        <p:spPr>
          <a:xfrm flipH="1" rot="10800000">
            <a:off x="3104702" y="3135701"/>
            <a:ext cx="7457400" cy="213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40" name="Google Shape;240;g3f3e74f5c85_0_402"/>
          <p:cNvCxnSpPr/>
          <p:nvPr/>
        </p:nvCxnSpPr>
        <p:spPr>
          <a:xfrm flipH="1" rot="10800000">
            <a:off x="2601734" y="3545681"/>
            <a:ext cx="7975500" cy="36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f3e74f5c85_0_240"/>
          <p:cNvSpPr/>
          <p:nvPr/>
        </p:nvSpPr>
        <p:spPr>
          <a:xfrm>
            <a:off x="0" y="0"/>
            <a:ext cx="12192640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g3f3e74f5c85_0_240"/>
          <p:cNvSpPr/>
          <p:nvPr/>
        </p:nvSpPr>
        <p:spPr>
          <a:xfrm>
            <a:off x="0" y="0"/>
            <a:ext cx="11519531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g3f3e74f5c85_0_240"/>
          <p:cNvSpPr txBox="1"/>
          <p:nvPr>
            <p:ph idx="12" type="sldNum"/>
          </p:nvPr>
        </p:nvSpPr>
        <p:spPr>
          <a:xfrm>
            <a:off x="11520170" y="6356350"/>
            <a:ext cx="468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g3f3e74f5c85_0_240"/>
          <p:cNvSpPr txBox="1"/>
          <p:nvPr/>
        </p:nvSpPr>
        <p:spPr>
          <a:xfrm>
            <a:off x="877483" y="1905391"/>
            <a:ext cx="104796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buzzer é um componente eletrônico que emite um sinal sonoro quando solicitado. Este ser</a:t>
            </a: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á o componente principal desta atividade.</a:t>
            </a:r>
            <a:endParaRPr/>
          </a:p>
        </p:txBody>
      </p:sp>
      <p:pic>
        <p:nvPicPr>
          <p:cNvPr id="250" name="Google Shape;250;g3f3e74f5c85_0_2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26576" y="3176105"/>
            <a:ext cx="2792425" cy="29799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ÓDULO DE BUZZER PASSIVO" id="251" name="Google Shape;251;g3f3e74f5c85_0_2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66865" y="2866813"/>
            <a:ext cx="3598559" cy="3598559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g3f3e74f5c85_0_240"/>
          <p:cNvSpPr txBox="1"/>
          <p:nvPr>
            <p:ph type="ctrTitle"/>
          </p:nvPr>
        </p:nvSpPr>
        <p:spPr>
          <a:xfrm>
            <a:off x="702945" y="892175"/>
            <a:ext cx="98763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A campainha: lista dos materiais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4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4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4"/>
          <p:cNvSpPr txBox="1"/>
          <p:nvPr>
            <p:ph type="ctrTitle"/>
          </p:nvPr>
        </p:nvSpPr>
        <p:spPr>
          <a:xfrm>
            <a:off x="702945" y="892175"/>
            <a:ext cx="9876155" cy="6591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A campainha: lista dos materiais</a:t>
            </a:r>
            <a:endParaRPr/>
          </a:p>
        </p:txBody>
      </p:sp>
      <p:sp>
        <p:nvSpPr>
          <p:cNvPr id="262" name="Google Shape;262;p4"/>
          <p:cNvSpPr txBox="1"/>
          <p:nvPr/>
        </p:nvSpPr>
        <p:spPr>
          <a:xfrm>
            <a:off x="702725" y="1794921"/>
            <a:ext cx="56775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Além de um buzzer, precisaremos de: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</a:t>
            </a: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otebook;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Arduino UNO R3 + Cabo USB A/B.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Protoboard;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 jumpers macho x macho;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Notebook - ícones de computador grátis" id="263" name="Google Shape;26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5985" y="4624505"/>
            <a:ext cx="1655445" cy="1655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jumper wire&quot; Icon - Download for free – Iconduck" id="264" name="Google Shape;26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2700000">
            <a:off x="6227450" y="5079801"/>
            <a:ext cx="2854327" cy="7410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45225" y="4237790"/>
            <a:ext cx="2590800" cy="21602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750190" y="4824530"/>
            <a:ext cx="1708149" cy="12522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726310" y="4714040"/>
            <a:ext cx="1535430" cy="15354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5F6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30200"/>
            <a:ext cx="12192635" cy="657415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5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5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5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5"/>
          <p:cNvSpPr txBox="1"/>
          <p:nvPr>
            <p:ph type="ctrTitle"/>
          </p:nvPr>
        </p:nvSpPr>
        <p:spPr>
          <a:xfrm>
            <a:off x="620395" y="892175"/>
            <a:ext cx="7932420" cy="6591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A </a:t>
            </a: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campainha</a:t>
            </a: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: Simulação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6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6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6"/>
          <p:cNvSpPr txBox="1"/>
          <p:nvPr/>
        </p:nvSpPr>
        <p:spPr>
          <a:xfrm>
            <a:off x="620395" y="1644015"/>
            <a:ext cx="6807835" cy="50158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7030A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#define</a:t>
            </a:r>
            <a:r>
              <a:rPr b="1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en-US" sz="20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BUZZER</a:t>
            </a:r>
            <a:r>
              <a:rPr b="1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en-US" sz="2000" u="none" cap="none" strike="noStrike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void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setup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() {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pinMode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(BUZZER, OUTPUT);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void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loop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() {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nota_do = 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131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int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nota_re = 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147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int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nota_mi = 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165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int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nota_fa =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174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int 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nota_sol = 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196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nota_la =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220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int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nota_si = 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246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int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nota_do3 =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262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;</a:t>
            </a:r>
            <a:endParaRPr/>
          </a:p>
        </p:txBody>
      </p:sp>
      <p:sp>
        <p:nvSpPr>
          <p:cNvPr id="287" name="Google Shape;287;p6"/>
          <p:cNvSpPr txBox="1"/>
          <p:nvPr/>
        </p:nvSpPr>
        <p:spPr>
          <a:xfrm>
            <a:off x="5659120" y="1644015"/>
            <a:ext cx="5681345" cy="43999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/* A funcao "tone" reproduz um sinal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de uma certa frequencia no pino do buzzer. */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tone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(BUZZER, nota_do);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delay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500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    </a:t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tone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(BUZZER, nota_re);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delay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500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  </a:t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tone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(BUZZER, nota_mi);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delay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500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    </a:t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tone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(BUZZER, nota_fa);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delay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500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    </a:t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tone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(BUZZER, nota_sol);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delay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500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    </a:t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tone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(BUZZER, nota_la);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delay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500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   </a:t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tone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(BUZZER, nota_si);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delay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500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</a:t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tone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(BUZZER, nota_do3);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delay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500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    </a:t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noTone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(BUZZER);</a:t>
            </a:r>
            <a:r>
              <a:rPr b="1" lang="en-US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delay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000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500</a:t>
            </a: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</a:t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8" name="Google Shape;288;p6"/>
          <p:cNvSpPr txBox="1"/>
          <p:nvPr>
            <p:ph type="ctrTitle"/>
          </p:nvPr>
        </p:nvSpPr>
        <p:spPr>
          <a:xfrm>
            <a:off x="620395" y="892175"/>
            <a:ext cx="7932420" cy="6591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A campainha: Código</a:t>
            </a:r>
            <a:endParaRPr/>
          </a:p>
        </p:txBody>
      </p:sp>
      <p:cxnSp>
        <p:nvCxnSpPr>
          <p:cNvPr id="289" name="Google Shape;289;p6"/>
          <p:cNvCxnSpPr/>
          <p:nvPr/>
        </p:nvCxnSpPr>
        <p:spPr>
          <a:xfrm flipH="1" rot="10800000">
            <a:off x="658495" y="1543050"/>
            <a:ext cx="9857105" cy="1905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0" name="Google Shape;290;p6"/>
          <p:cNvCxnSpPr/>
          <p:nvPr/>
        </p:nvCxnSpPr>
        <p:spPr>
          <a:xfrm flipH="1" rot="10800000">
            <a:off x="10515600" y="1200150"/>
            <a:ext cx="857250" cy="34290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7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7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7"/>
          <p:cNvSpPr txBox="1"/>
          <p:nvPr>
            <p:ph type="ctrTitle"/>
          </p:nvPr>
        </p:nvSpPr>
        <p:spPr>
          <a:xfrm>
            <a:off x="620395" y="892175"/>
            <a:ext cx="7932420" cy="6591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Referência</a:t>
            </a:r>
            <a:endParaRPr/>
          </a:p>
        </p:txBody>
      </p:sp>
      <p:sp>
        <p:nvSpPr>
          <p:cNvPr id="299" name="Google Shape;299;p7"/>
          <p:cNvSpPr txBox="1"/>
          <p:nvPr/>
        </p:nvSpPr>
        <p:spPr>
          <a:xfrm>
            <a:off x="620395" y="1800225"/>
            <a:ext cx="10636250" cy="3538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OLIVEIRA, Marcelo Eduardo de; SOUZA, Matheus Fernando Lima Zuccherelli de; LIBERA, Giovanni Polette Dalla; OLIVEIRA, Renata Lima Zuccherelli de; TECH, Adriano Rogério Bruno.          </a:t>
            </a:r>
            <a:r>
              <a:rPr b="1"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Introdução à Robótica Educacional com Arduino – Hands On!: Iniciante</a:t>
            </a: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Pirassununga: Faculdade de Zootecnia e Engenharia de Alimentos da USP, 2020. Disponível em: &lt;https://www.livrosabertos.abcd.usp.br/portaldelivrosUSP/catalog/book/483&gt;. Acesso em: 21 mar. 2025.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8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7" name="Google Shape;30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9140" y="1915160"/>
            <a:ext cx="2335530" cy="30270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8"/>
          <p:cNvPicPr preferRelativeResize="0"/>
          <p:nvPr/>
        </p:nvPicPr>
        <p:blipFill rotWithShape="1">
          <a:blip r:embed="rId4">
            <a:alphaModFix/>
          </a:blip>
          <a:srcRect b="-4341" l="-1229" r="69262" t="-2791"/>
          <a:stretch/>
        </p:blipFill>
        <p:spPr>
          <a:xfrm>
            <a:off x="8963660" y="2051050"/>
            <a:ext cx="1892935" cy="1796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8"/>
          <p:cNvPicPr preferRelativeResize="0"/>
          <p:nvPr/>
        </p:nvPicPr>
        <p:blipFill rotWithShape="1">
          <a:blip r:embed="rId4">
            <a:alphaModFix/>
          </a:blip>
          <a:srcRect b="-5708" l="32768" r="-8782" t="5708"/>
          <a:stretch/>
        </p:blipFill>
        <p:spPr>
          <a:xfrm>
            <a:off x="7987030" y="3698875"/>
            <a:ext cx="3846195" cy="1459865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8"/>
          <p:cNvSpPr txBox="1"/>
          <p:nvPr>
            <p:ph type="ctrTitle"/>
          </p:nvPr>
        </p:nvSpPr>
        <p:spPr>
          <a:xfrm>
            <a:off x="3167380" y="1545590"/>
            <a:ext cx="5185410" cy="280733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sz="4400">
                <a:latin typeface="Times New Roman"/>
                <a:ea typeface="Times New Roman"/>
                <a:cs typeface="Times New Roman"/>
                <a:sym typeface="Times New Roman"/>
              </a:rPr>
              <a:t>Agradecemos pela atenção!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2025-03-28T17:09:00Z</dcterms:created>
  <dc:creator>Isaque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1046-12.2.0.21179</vt:lpwstr>
  </property>
  <property fmtid="{D5CDD505-2E9C-101B-9397-08002B2CF9AE}" pid="3" name="ICV">
    <vt:lpwstr>8B3BF31CB6E447E383E22A3FF0C87609_13</vt:lpwstr>
  </property>
</Properties>
</file>