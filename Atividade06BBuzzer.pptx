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  <p:sldMasterId id="2147483659" r:id="rId5"/>
    <p:sldMasterId id="2147483670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y="6858000" cx="12192000"/>
  <p:notesSz cx="7104050" cy="102346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285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19" roundtripDataSignature="AMtx7mhjNHyR4UqXRKXZrkrh/MZHuiguR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285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5" Type="http://schemas.openxmlformats.org/officeDocument/2006/relationships/slideMaster" Target="slideMasters/slideMaster2.xml"/><Relationship Id="rId19" Type="http://customschemas.google.com/relationships/presentationmetadata" Target="metadata"/><Relationship Id="rId6" Type="http://schemas.openxmlformats.org/officeDocument/2006/relationships/slideMaster" Target="slideMasters/slideMaster3.xml"/><Relationship Id="rId18" Type="http://schemas.openxmlformats.org/officeDocument/2006/relationships/slide" Target="slides/slide1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78163" cy="5127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4024313" y="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9721850"/>
            <a:ext cx="3078163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f3e74a415f_0_81:notes"/>
          <p:cNvSpPr/>
          <p:nvPr>
            <p:ph idx="2" type="sldImg"/>
          </p:nvPr>
        </p:nvSpPr>
        <p:spPr>
          <a:xfrm>
            <a:off x="482622" y="1279566"/>
            <a:ext cx="61407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g3f3e74a415f_0_81:notes"/>
          <p:cNvSpPr txBox="1"/>
          <p:nvPr>
            <p:ph idx="1" type="body"/>
          </p:nvPr>
        </p:nvSpPr>
        <p:spPr>
          <a:xfrm>
            <a:off x="711233" y="4926169"/>
            <a:ext cx="5683500" cy="40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3" name="Google Shape;213;g3f3e74a415f_0_81:notes"/>
          <p:cNvSpPr txBox="1"/>
          <p:nvPr>
            <p:ph idx="12" type="sldNum"/>
          </p:nvPr>
        </p:nvSpPr>
        <p:spPr>
          <a:xfrm>
            <a:off x="4024497" y="9722159"/>
            <a:ext cx="3078300" cy="51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f3e74a415f_0_584:notes"/>
          <p:cNvSpPr/>
          <p:nvPr>
            <p:ph idx="2" type="sldImg"/>
          </p:nvPr>
        </p:nvSpPr>
        <p:spPr>
          <a:xfrm>
            <a:off x="482600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7" name="Google Shape;227;g3f3e74a415f_0_584:notes"/>
          <p:cNvSpPr txBox="1"/>
          <p:nvPr>
            <p:ph idx="1" type="body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g3f3e74a415f_0_584:notes"/>
          <p:cNvSpPr txBox="1"/>
          <p:nvPr>
            <p:ph idx="12" type="sldNum"/>
          </p:nvPr>
        </p:nvSpPr>
        <p:spPr>
          <a:xfrm>
            <a:off x="4024313" y="9721850"/>
            <a:ext cx="3078300" cy="51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f3e74a415f_0_341:notes"/>
          <p:cNvSpPr/>
          <p:nvPr>
            <p:ph idx="2" type="sldImg"/>
          </p:nvPr>
        </p:nvSpPr>
        <p:spPr>
          <a:xfrm>
            <a:off x="482600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3" name="Google Shape;243;g3f3e74a415f_0_341:notes"/>
          <p:cNvSpPr txBox="1"/>
          <p:nvPr>
            <p:ph idx="1" type="body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g3f3e74a415f_0_341:notes"/>
          <p:cNvSpPr txBox="1"/>
          <p:nvPr>
            <p:ph idx="12" type="sldNum"/>
          </p:nvPr>
        </p:nvSpPr>
        <p:spPr>
          <a:xfrm>
            <a:off x="4024313" y="9721850"/>
            <a:ext cx="3078300" cy="51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f3e74a415f_0_352:notes"/>
          <p:cNvSpPr/>
          <p:nvPr>
            <p:ph idx="2" type="sldImg"/>
          </p:nvPr>
        </p:nvSpPr>
        <p:spPr>
          <a:xfrm>
            <a:off x="482600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g3f3e74a415f_0_352:notes"/>
          <p:cNvSpPr txBox="1"/>
          <p:nvPr>
            <p:ph idx="1" type="body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g3f3e74a415f_0_352:notes"/>
          <p:cNvSpPr txBox="1"/>
          <p:nvPr>
            <p:ph idx="12" type="sldNum"/>
          </p:nvPr>
        </p:nvSpPr>
        <p:spPr>
          <a:xfrm>
            <a:off x="4024313" y="9721850"/>
            <a:ext cx="3078300" cy="51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5:notes"/>
          <p:cNvSpPr/>
          <p:nvPr>
            <p:ph idx="2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0" name="Google Shape;270;p5:notes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5:notes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6:notes"/>
          <p:cNvSpPr/>
          <p:nvPr>
            <p:ph idx="2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" name="Google Shape;280;p6:notes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6:notes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7:notes"/>
          <p:cNvSpPr/>
          <p:nvPr>
            <p:ph idx="2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3" name="Google Shape;293;p7:notes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7:notes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8:notes"/>
          <p:cNvSpPr/>
          <p:nvPr>
            <p:ph idx="2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6" name="Google Shape;306;p8:notes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8:notes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9:notes"/>
          <p:cNvSpPr/>
          <p:nvPr>
            <p:ph idx="2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9" name="Google Shape;319;p9:notes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9:notes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0:notes"/>
          <p:cNvSpPr/>
          <p:nvPr>
            <p:ph idx="2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p10:notes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10:notes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/>
          <p:nvPr>
            <p:ph idx="2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1" name="Google Shape;341;p11:notes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1:notes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/>
          <p:nvPr>
            <p:ph type="ctrTitle"/>
          </p:nvPr>
        </p:nvSpPr>
        <p:spPr>
          <a:xfrm>
            <a:off x="1524000" y="1322962"/>
            <a:ext cx="9144000" cy="21870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" name="Google Shape;20;p1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400"/>
              <a:buNone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4"/>
          <p:cNvSpPr txBox="1"/>
          <p:nvPr>
            <p:ph type="title"/>
          </p:nvPr>
        </p:nvSpPr>
        <p:spPr>
          <a:xfrm>
            <a:off x="647700" y="25844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1" sz="44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idx="1" type="body"/>
          </p:nvPr>
        </p:nvSpPr>
        <p:spPr>
          <a:xfrm>
            <a:off x="6477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sz="2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/>
          <p:nvPr>
            <p:ph type="title"/>
          </p:nvPr>
        </p:nvSpPr>
        <p:spPr>
          <a:xfrm>
            <a:off x="831850" y="3750945"/>
            <a:ext cx="9843135" cy="8115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5"/>
          <p:cNvSpPr txBox="1"/>
          <p:nvPr>
            <p:ph idx="1" type="body"/>
          </p:nvPr>
        </p:nvSpPr>
        <p:spPr>
          <a:xfrm>
            <a:off x="831850" y="4610028"/>
            <a:ext cx="7321550" cy="6475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F7F7F"/>
              </a:buClr>
              <a:buSzPts val="2400"/>
              <a:buNone/>
              <a:defRPr sz="2400">
                <a:solidFill>
                  <a:srgbClr val="7F7F7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647700" y="25844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6"/>
          <p:cNvSpPr txBox="1"/>
          <p:nvPr>
            <p:ph idx="1" type="body"/>
          </p:nvPr>
        </p:nvSpPr>
        <p:spPr>
          <a:xfrm>
            <a:off x="6477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sz="2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16"/>
          <p:cNvSpPr txBox="1"/>
          <p:nvPr>
            <p:ph idx="2" type="body"/>
          </p:nvPr>
        </p:nvSpPr>
        <p:spPr>
          <a:xfrm>
            <a:off x="59817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b="0" i="0" sz="28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</a:defRPr>
            </a:lvl2pPr>
            <a:lvl3pPr indent="-355600" lvl="2" marL="1371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3pPr>
            <a:lvl4pPr indent="-355600" lvl="3" marL="18288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4pPr>
            <a:lvl5pPr indent="-355600" lvl="4" marL="22860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7"/>
          <p:cNvSpPr txBox="1"/>
          <p:nvPr>
            <p:ph idx="1" type="body"/>
          </p:nvPr>
        </p:nvSpPr>
        <p:spPr>
          <a:xfrm>
            <a:off x="839788" y="1744961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7"/>
          <p:cNvSpPr txBox="1"/>
          <p:nvPr>
            <p:ph idx="2" type="body"/>
          </p:nvPr>
        </p:nvSpPr>
        <p:spPr>
          <a:xfrm>
            <a:off x="839788" y="2615609"/>
            <a:ext cx="5157787" cy="35740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7"/>
          <p:cNvSpPr txBox="1"/>
          <p:nvPr>
            <p:ph idx="3" type="body"/>
          </p:nvPr>
        </p:nvSpPr>
        <p:spPr>
          <a:xfrm>
            <a:off x="6172200" y="1744961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7"/>
          <p:cNvSpPr txBox="1"/>
          <p:nvPr>
            <p:ph idx="4" type="body"/>
          </p:nvPr>
        </p:nvSpPr>
        <p:spPr>
          <a:xfrm>
            <a:off x="6172200" y="2615609"/>
            <a:ext cx="5183188" cy="35740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/>
          <p:nvPr>
            <p:ph type="title"/>
          </p:nvPr>
        </p:nvSpPr>
        <p:spPr>
          <a:xfrm>
            <a:off x="838200" y="276621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sz="44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0"/>
          <p:cNvSpPr txBox="1"/>
          <p:nvPr>
            <p:ph type="title"/>
          </p:nvPr>
        </p:nvSpPr>
        <p:spPr>
          <a:xfrm>
            <a:off x="646747" y="127000"/>
            <a:ext cx="41652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sz="32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0"/>
          <p:cNvSpPr/>
          <p:nvPr>
            <p:ph idx="2" type="pic"/>
          </p:nvPr>
        </p:nvSpPr>
        <p:spPr>
          <a:xfrm>
            <a:off x="5184000" y="766354"/>
            <a:ext cx="5817375" cy="5094446"/>
          </a:xfrm>
          <a:prstGeom prst="rect">
            <a:avLst/>
          </a:prstGeom>
          <a:noFill/>
          <a:ln>
            <a:noFill/>
          </a:ln>
        </p:spPr>
      </p:sp>
      <p:sp>
        <p:nvSpPr>
          <p:cNvPr id="61" name="Google Shape;61;p20"/>
          <p:cNvSpPr txBox="1"/>
          <p:nvPr>
            <p:ph idx="1" type="body"/>
          </p:nvPr>
        </p:nvSpPr>
        <p:spPr>
          <a:xfrm>
            <a:off x="651827" y="2057400"/>
            <a:ext cx="4165200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1"/>
          <p:cNvSpPr txBox="1"/>
          <p:nvPr>
            <p:ph type="title"/>
          </p:nvPr>
        </p:nvSpPr>
        <p:spPr>
          <a:xfrm rot="5400000">
            <a:off x="7683223" y="2506386"/>
            <a:ext cx="5811838" cy="15293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1"/>
          <p:cNvSpPr txBox="1"/>
          <p:nvPr>
            <p:ph idx="1" type="body"/>
          </p:nvPr>
        </p:nvSpPr>
        <p:spPr>
          <a:xfrm rot="5400000">
            <a:off x="2372260" y="-1168935"/>
            <a:ext cx="5811838" cy="887995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">
  <p:cSld name="Content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5" name="Google Shape;75;p22"/>
          <p:cNvSpPr txBox="1"/>
          <p:nvPr>
            <p:ph idx="1" type="body"/>
          </p:nvPr>
        </p:nvSpPr>
        <p:spPr>
          <a:xfrm>
            <a:off x="838200" y="551543"/>
            <a:ext cx="10515600" cy="55589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f3e74a415f_0_101"/>
          <p:cNvSpPr txBox="1"/>
          <p:nvPr>
            <p:ph type="ctrTitle"/>
          </p:nvPr>
        </p:nvSpPr>
        <p:spPr>
          <a:xfrm>
            <a:off x="1524000" y="1322962"/>
            <a:ext cx="9144000" cy="2187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g3f3e74a415f_0_101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g3f3e74a415f_0_101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g3f3e74a415f_0_10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7" name="Google Shape;87;g3f3e74a415f_0_101"/>
          <p:cNvSpPr txBox="1"/>
          <p:nvPr>
            <p:ph idx="1" type="subTitle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400"/>
              <a:buNone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3e74a415f_0_107"/>
          <p:cNvSpPr txBox="1"/>
          <p:nvPr>
            <p:ph type="title"/>
          </p:nvPr>
        </p:nvSpPr>
        <p:spPr>
          <a:xfrm>
            <a:off x="647700" y="25844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1" sz="44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g3f3e74a415f_0_107"/>
          <p:cNvSpPr txBox="1"/>
          <p:nvPr>
            <p:ph idx="1" type="body"/>
          </p:nvPr>
        </p:nvSpPr>
        <p:spPr>
          <a:xfrm>
            <a:off x="6477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sz="2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g3f3e74a415f_0_107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g3f3e74a415f_0_107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g3f3e74a415f_0_10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f3e74a415f_0_113"/>
          <p:cNvSpPr txBox="1"/>
          <p:nvPr>
            <p:ph type="title"/>
          </p:nvPr>
        </p:nvSpPr>
        <p:spPr>
          <a:xfrm>
            <a:off x="831850" y="3750945"/>
            <a:ext cx="9843000" cy="811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g3f3e74a415f_0_113"/>
          <p:cNvSpPr txBox="1"/>
          <p:nvPr>
            <p:ph idx="1" type="body"/>
          </p:nvPr>
        </p:nvSpPr>
        <p:spPr>
          <a:xfrm>
            <a:off x="831850" y="4610028"/>
            <a:ext cx="732150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F7F7F"/>
              </a:buClr>
              <a:buSzPts val="2400"/>
              <a:buNone/>
              <a:defRPr sz="2400">
                <a:solidFill>
                  <a:srgbClr val="7F7F7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7" name="Google Shape;97;g3f3e74a415f_0_113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g3f3e74a415f_0_113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g3f3e74a415f_0_11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3e74a415f_0_119"/>
          <p:cNvSpPr txBox="1"/>
          <p:nvPr>
            <p:ph type="title"/>
          </p:nvPr>
        </p:nvSpPr>
        <p:spPr>
          <a:xfrm>
            <a:off x="647700" y="25844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g3f3e74a415f_0_119"/>
          <p:cNvSpPr txBox="1"/>
          <p:nvPr>
            <p:ph idx="1" type="body"/>
          </p:nvPr>
        </p:nvSpPr>
        <p:spPr>
          <a:xfrm>
            <a:off x="6477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sz="2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3" name="Google Shape;103;g3f3e74a415f_0_119"/>
          <p:cNvSpPr txBox="1"/>
          <p:nvPr>
            <p:ph idx="2" type="body"/>
          </p:nvPr>
        </p:nvSpPr>
        <p:spPr>
          <a:xfrm>
            <a:off x="59817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b="0" i="0" sz="28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</a:defRPr>
            </a:lvl2pPr>
            <a:lvl3pPr indent="-355600" lvl="2" marL="1371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3pPr>
            <a:lvl4pPr indent="-355600" lvl="3" marL="18288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4pPr>
            <a:lvl5pPr indent="-355600" lvl="4" marL="22860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4" name="Google Shape;104;g3f3e74a415f_0_119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g3f3e74a415f_0_119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g3f3e74a415f_0_11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f3e74a415f_0_126"/>
          <p:cNvSpPr txBox="1"/>
          <p:nvPr>
            <p:ph type="title"/>
          </p:nvPr>
        </p:nvSpPr>
        <p:spPr>
          <a:xfrm>
            <a:off x="839788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9" name="Google Shape;109;g3f3e74a415f_0_126"/>
          <p:cNvSpPr txBox="1"/>
          <p:nvPr>
            <p:ph idx="1" type="body"/>
          </p:nvPr>
        </p:nvSpPr>
        <p:spPr>
          <a:xfrm>
            <a:off x="839788" y="1744961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0" name="Google Shape;110;g3f3e74a415f_0_126"/>
          <p:cNvSpPr txBox="1"/>
          <p:nvPr>
            <p:ph idx="2" type="body"/>
          </p:nvPr>
        </p:nvSpPr>
        <p:spPr>
          <a:xfrm>
            <a:off x="839788" y="2615609"/>
            <a:ext cx="5157900" cy="35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1" name="Google Shape;111;g3f3e74a415f_0_126"/>
          <p:cNvSpPr txBox="1"/>
          <p:nvPr>
            <p:ph idx="3" type="body"/>
          </p:nvPr>
        </p:nvSpPr>
        <p:spPr>
          <a:xfrm>
            <a:off x="6172200" y="1744961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2" name="Google Shape;112;g3f3e74a415f_0_126"/>
          <p:cNvSpPr txBox="1"/>
          <p:nvPr>
            <p:ph idx="4" type="body"/>
          </p:nvPr>
        </p:nvSpPr>
        <p:spPr>
          <a:xfrm>
            <a:off x="6172200" y="2615609"/>
            <a:ext cx="5183100" cy="35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3" name="Google Shape;113;g3f3e74a415f_0_126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g3f3e74a415f_0_126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g3f3e74a415f_0_126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f3e74a415f_0_135"/>
          <p:cNvSpPr txBox="1"/>
          <p:nvPr>
            <p:ph type="title"/>
          </p:nvPr>
        </p:nvSpPr>
        <p:spPr>
          <a:xfrm>
            <a:off x="838200" y="2766219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sz="44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g3f3e74a415f_0_135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g3f3e74a415f_0_135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g3f3e74a415f_0_13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f3e74a415f_0_140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g3f3e74a415f_0_140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g3f3e74a415f_0_14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3e74a415f_0_144"/>
          <p:cNvSpPr txBox="1"/>
          <p:nvPr>
            <p:ph type="title"/>
          </p:nvPr>
        </p:nvSpPr>
        <p:spPr>
          <a:xfrm>
            <a:off x="646747" y="127000"/>
            <a:ext cx="41652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sz="32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g3f3e74a415f_0_144"/>
          <p:cNvSpPr/>
          <p:nvPr>
            <p:ph idx="2" type="pic"/>
          </p:nvPr>
        </p:nvSpPr>
        <p:spPr>
          <a:xfrm>
            <a:off x="5184000" y="766354"/>
            <a:ext cx="5817300" cy="50943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g3f3e74a415f_0_144"/>
          <p:cNvSpPr txBox="1"/>
          <p:nvPr>
            <p:ph idx="1" type="body"/>
          </p:nvPr>
        </p:nvSpPr>
        <p:spPr>
          <a:xfrm>
            <a:off x="651827" y="2057400"/>
            <a:ext cx="41652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29" name="Google Shape;129;g3f3e74a415f_0_14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g3f3e74a415f_0_14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g3f3e74a415f_0_14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3e74a415f_0_151"/>
          <p:cNvSpPr txBox="1"/>
          <p:nvPr>
            <p:ph type="title"/>
          </p:nvPr>
        </p:nvSpPr>
        <p:spPr>
          <a:xfrm rot="5400000">
            <a:off x="7683150" y="2506375"/>
            <a:ext cx="5811900" cy="152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g3f3e74a415f_0_151"/>
          <p:cNvSpPr txBox="1"/>
          <p:nvPr>
            <p:ph idx="1" type="body"/>
          </p:nvPr>
        </p:nvSpPr>
        <p:spPr>
          <a:xfrm rot="5400000">
            <a:off x="2372208" y="-1168925"/>
            <a:ext cx="5811900" cy="88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5" name="Google Shape;135;g3f3e74a415f_0_151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g3f3e74a415f_0_151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g3f3e74a415f_0_15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">
  <p:cSld name="Content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3e74a415f_0_157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g3f3e74a415f_0_157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g3f3e74a415f_0_15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2" name="Google Shape;142;g3f3e74a415f_0_157"/>
          <p:cNvSpPr txBox="1"/>
          <p:nvPr>
            <p:ph idx="1" type="body"/>
          </p:nvPr>
        </p:nvSpPr>
        <p:spPr>
          <a:xfrm>
            <a:off x="838200" y="551543"/>
            <a:ext cx="10515600" cy="55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3e74a415f_0_607"/>
          <p:cNvSpPr txBox="1"/>
          <p:nvPr>
            <p:ph type="ctrTitle"/>
          </p:nvPr>
        </p:nvSpPr>
        <p:spPr>
          <a:xfrm>
            <a:off x="1524000" y="1322962"/>
            <a:ext cx="9144000" cy="2187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1" name="Google Shape;151;g3f3e74a415f_0_607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g3f3e74a415f_0_607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g3f3e74a415f_0_60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4" name="Google Shape;154;g3f3e74a415f_0_607"/>
          <p:cNvSpPr txBox="1"/>
          <p:nvPr>
            <p:ph idx="1" type="subTitle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400"/>
              <a:buNone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f3e74a415f_0_613"/>
          <p:cNvSpPr txBox="1"/>
          <p:nvPr>
            <p:ph type="title"/>
          </p:nvPr>
        </p:nvSpPr>
        <p:spPr>
          <a:xfrm>
            <a:off x="647700" y="25844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1" sz="44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7" name="Google Shape;157;g3f3e74a415f_0_613"/>
          <p:cNvSpPr txBox="1"/>
          <p:nvPr>
            <p:ph idx="1" type="body"/>
          </p:nvPr>
        </p:nvSpPr>
        <p:spPr>
          <a:xfrm>
            <a:off x="6477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sz="2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8" name="Google Shape;158;g3f3e74a415f_0_613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g3f3e74a415f_0_613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g3f3e74a415f_0_61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f3e74a415f_0_619"/>
          <p:cNvSpPr txBox="1"/>
          <p:nvPr>
            <p:ph type="title"/>
          </p:nvPr>
        </p:nvSpPr>
        <p:spPr>
          <a:xfrm>
            <a:off x="831850" y="3750945"/>
            <a:ext cx="9843000" cy="811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g3f3e74a415f_0_619"/>
          <p:cNvSpPr txBox="1"/>
          <p:nvPr>
            <p:ph idx="1" type="body"/>
          </p:nvPr>
        </p:nvSpPr>
        <p:spPr>
          <a:xfrm>
            <a:off x="831850" y="4610028"/>
            <a:ext cx="732150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F7F7F"/>
              </a:buClr>
              <a:buSzPts val="2400"/>
              <a:buNone/>
              <a:defRPr sz="2400">
                <a:solidFill>
                  <a:srgbClr val="7F7F7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64" name="Google Shape;164;g3f3e74a415f_0_619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5" name="Google Shape;165;g3f3e74a415f_0_619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6" name="Google Shape;166;g3f3e74a415f_0_61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3e74a415f_0_625"/>
          <p:cNvSpPr txBox="1"/>
          <p:nvPr>
            <p:ph type="title"/>
          </p:nvPr>
        </p:nvSpPr>
        <p:spPr>
          <a:xfrm>
            <a:off x="647700" y="25844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g3f3e74a415f_0_625"/>
          <p:cNvSpPr txBox="1"/>
          <p:nvPr>
            <p:ph idx="1" type="body"/>
          </p:nvPr>
        </p:nvSpPr>
        <p:spPr>
          <a:xfrm>
            <a:off x="6477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sz="2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g3f3e74a415f_0_625"/>
          <p:cNvSpPr txBox="1"/>
          <p:nvPr>
            <p:ph idx="2" type="body"/>
          </p:nvPr>
        </p:nvSpPr>
        <p:spPr>
          <a:xfrm>
            <a:off x="59817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b="0" i="0" sz="28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</a:defRPr>
            </a:lvl2pPr>
            <a:lvl3pPr indent="-355600" lvl="2" marL="1371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3pPr>
            <a:lvl4pPr indent="-355600" lvl="3" marL="18288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4pPr>
            <a:lvl5pPr indent="-355600" lvl="4" marL="22860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g3f3e74a415f_0_625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g3f3e74a415f_0_625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g3f3e74a415f_0_62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3e74a415f_0_632"/>
          <p:cNvSpPr txBox="1"/>
          <p:nvPr>
            <p:ph type="title"/>
          </p:nvPr>
        </p:nvSpPr>
        <p:spPr>
          <a:xfrm>
            <a:off x="839788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g3f3e74a415f_0_632"/>
          <p:cNvSpPr txBox="1"/>
          <p:nvPr>
            <p:ph idx="1" type="body"/>
          </p:nvPr>
        </p:nvSpPr>
        <p:spPr>
          <a:xfrm>
            <a:off x="839788" y="1744961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77" name="Google Shape;177;g3f3e74a415f_0_632"/>
          <p:cNvSpPr txBox="1"/>
          <p:nvPr>
            <p:ph idx="2" type="body"/>
          </p:nvPr>
        </p:nvSpPr>
        <p:spPr>
          <a:xfrm>
            <a:off x="839788" y="2615609"/>
            <a:ext cx="5157900" cy="35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8" name="Google Shape;178;g3f3e74a415f_0_632"/>
          <p:cNvSpPr txBox="1"/>
          <p:nvPr>
            <p:ph idx="3" type="body"/>
          </p:nvPr>
        </p:nvSpPr>
        <p:spPr>
          <a:xfrm>
            <a:off x="6172200" y="1744961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79" name="Google Shape;179;g3f3e74a415f_0_632"/>
          <p:cNvSpPr txBox="1"/>
          <p:nvPr>
            <p:ph idx="4" type="body"/>
          </p:nvPr>
        </p:nvSpPr>
        <p:spPr>
          <a:xfrm>
            <a:off x="6172200" y="2615609"/>
            <a:ext cx="5183100" cy="35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g3f3e74a415f_0_632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g3f3e74a415f_0_632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g3f3e74a415f_0_63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f3e74a415f_0_641"/>
          <p:cNvSpPr txBox="1"/>
          <p:nvPr>
            <p:ph type="title"/>
          </p:nvPr>
        </p:nvSpPr>
        <p:spPr>
          <a:xfrm>
            <a:off x="838200" y="2766219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sz="44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5" name="Google Shape;185;g3f3e74a415f_0_641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6" name="Google Shape;186;g3f3e74a415f_0_641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7" name="Google Shape;187;g3f3e74a415f_0_64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f3e74a415f_0_646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g3f3e74a415f_0_646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g3f3e74a415f_0_646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f3e74a415f_0_650"/>
          <p:cNvSpPr txBox="1"/>
          <p:nvPr>
            <p:ph type="title"/>
          </p:nvPr>
        </p:nvSpPr>
        <p:spPr>
          <a:xfrm>
            <a:off x="646747" y="127000"/>
            <a:ext cx="41652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sz="32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4" name="Google Shape;194;g3f3e74a415f_0_650"/>
          <p:cNvSpPr/>
          <p:nvPr>
            <p:ph idx="2" type="pic"/>
          </p:nvPr>
        </p:nvSpPr>
        <p:spPr>
          <a:xfrm>
            <a:off x="5184000" y="766354"/>
            <a:ext cx="5817300" cy="5094300"/>
          </a:xfrm>
          <a:prstGeom prst="rect">
            <a:avLst/>
          </a:prstGeom>
          <a:noFill/>
          <a:ln>
            <a:noFill/>
          </a:ln>
        </p:spPr>
      </p:sp>
      <p:sp>
        <p:nvSpPr>
          <p:cNvPr id="195" name="Google Shape;195;g3f3e74a415f_0_650"/>
          <p:cNvSpPr txBox="1"/>
          <p:nvPr>
            <p:ph idx="1" type="body"/>
          </p:nvPr>
        </p:nvSpPr>
        <p:spPr>
          <a:xfrm>
            <a:off x="651827" y="2057400"/>
            <a:ext cx="41652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96" name="Google Shape;196;g3f3e74a415f_0_650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7" name="Google Shape;197;g3f3e74a415f_0_650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g3f3e74a415f_0_65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f3e74a415f_0_657"/>
          <p:cNvSpPr txBox="1"/>
          <p:nvPr>
            <p:ph type="title"/>
          </p:nvPr>
        </p:nvSpPr>
        <p:spPr>
          <a:xfrm rot="5400000">
            <a:off x="7683150" y="2506375"/>
            <a:ext cx="5811900" cy="152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g3f3e74a415f_0_657"/>
          <p:cNvSpPr txBox="1"/>
          <p:nvPr>
            <p:ph idx="1" type="body"/>
          </p:nvPr>
        </p:nvSpPr>
        <p:spPr>
          <a:xfrm rot="5400000">
            <a:off x="2372208" y="-1168925"/>
            <a:ext cx="5811900" cy="88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2" name="Google Shape;202;g3f3e74a415f_0_657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3" name="Google Shape;203;g3f3e74a415f_0_657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4" name="Google Shape;204;g3f3e74a415f_0_65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">
  <p:cSld name="Content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f3e74a415f_0_663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g3f3e74a415f_0_663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g3f3e74a415f_0_66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g3f3e74a415f_0_663"/>
          <p:cNvSpPr txBox="1"/>
          <p:nvPr>
            <p:ph idx="1" type="body"/>
          </p:nvPr>
        </p:nvSpPr>
        <p:spPr>
          <a:xfrm>
            <a:off x="838200" y="551543"/>
            <a:ext cx="10515600" cy="55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theme" Target="../theme/theme3.xml"/><Relationship Id="rId10" Type="http://schemas.openxmlformats.org/officeDocument/2006/relationships/slideLayout" Target="../slideLayouts/slideLayout10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11" Type="http://schemas.openxmlformats.org/officeDocument/2006/relationships/theme" Target="../theme/theme2.xml"/><Relationship Id="rId10" Type="http://schemas.openxmlformats.org/officeDocument/2006/relationships/slideLayout" Target="../slideLayouts/slideLayout20.xml"/><Relationship Id="rId9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11" Type="http://schemas.openxmlformats.org/officeDocument/2006/relationships/theme" Target="../theme/theme4.xml"/><Relationship Id="rId10" Type="http://schemas.openxmlformats.org/officeDocument/2006/relationships/slideLayout" Target="../slideLayouts/slideLayout30.xml"/><Relationship Id="rId9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5.xml"/><Relationship Id="rId6" Type="http://schemas.openxmlformats.org/officeDocument/2006/relationships/slideLayout" Target="../slideLayouts/slideLayout26.xml"/><Relationship Id="rId7" Type="http://schemas.openxmlformats.org/officeDocument/2006/relationships/slideLayout" Target="../slideLayouts/slideLayout27.xml"/><Relationship Id="rId8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0" i="0" sz="4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f3e74a415f_0_9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0" i="0" sz="4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g3f3e74a415f_0_95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9" name="Google Shape;79;g3f3e74a415f_0_95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0" name="Google Shape;80;g3f3e74a415f_0_95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1" name="Google Shape;81;g3f3e74a415f_0_9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f3e74a415f_0_60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0" i="0" sz="4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45" name="Google Shape;145;g3f3e74a415f_0_601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6" name="Google Shape;146;g3f3e74a415f_0_601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g3f3e74a415f_0_601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8" name="Google Shape;148;g3f3e74a415f_0_60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2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8.png"/><Relationship Id="rId5" Type="http://schemas.openxmlformats.org/officeDocument/2006/relationships/image" Target="../media/image5.png"/><Relationship Id="rId6" Type="http://schemas.openxmlformats.org/officeDocument/2006/relationships/image" Target="../media/image9.png"/><Relationship Id="rId7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9.png"/><Relationship Id="rId4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f3e74a415f_0_81"/>
          <p:cNvSpPr txBox="1"/>
          <p:nvPr>
            <p:ph idx="1" type="subTitle"/>
          </p:nvPr>
        </p:nvSpPr>
        <p:spPr>
          <a:xfrm>
            <a:off x="2113286" y="2169150"/>
            <a:ext cx="7952400" cy="27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</a:pPr>
            <a:r>
              <a:rPr b="1" lang="en-US" sz="4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Projeto de ensino</a:t>
            </a:r>
            <a:r>
              <a:rPr lang="en-US" sz="4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 sz="4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Atividades Maker para Alunos do Ensino Médio</a:t>
            </a:r>
            <a:b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Atividade 6A - Buzzer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</a:pPr>
            <a:r>
              <a:t/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Autor: Isaque Silva Passos Ribeiro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Colaborador: Gabriel Lucas de Oliveira César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16" name="Google Shape;216;g3f3e74a415f_0_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95025" y="500507"/>
            <a:ext cx="842772" cy="10924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g3f3e74a415f_0_81"/>
          <p:cNvPicPr preferRelativeResize="0"/>
          <p:nvPr/>
        </p:nvPicPr>
        <p:blipFill rotWithShape="1">
          <a:blip r:embed="rId4">
            <a:alphaModFix/>
          </a:blip>
          <a:srcRect b="0" l="0" r="61296" t="0"/>
          <a:stretch/>
        </p:blipFill>
        <p:spPr>
          <a:xfrm>
            <a:off x="563245" y="553720"/>
            <a:ext cx="10224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g3f3e74a415f_0_81"/>
          <p:cNvSpPr/>
          <p:nvPr/>
        </p:nvSpPr>
        <p:spPr>
          <a:xfrm>
            <a:off x="0" y="0"/>
            <a:ext cx="12192640" cy="332104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g3f3e74a415f_0_81"/>
          <p:cNvSpPr/>
          <p:nvPr/>
        </p:nvSpPr>
        <p:spPr>
          <a:xfrm>
            <a:off x="0" y="0"/>
            <a:ext cx="11519531" cy="332104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g3f3e74a415f_0_81"/>
          <p:cNvSpPr/>
          <p:nvPr/>
        </p:nvSpPr>
        <p:spPr>
          <a:xfrm>
            <a:off x="1939925" y="2573656"/>
            <a:ext cx="2334900" cy="35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425" spcFirstLastPara="1" rIns="91425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Title</a:t>
            </a:r>
            <a:endParaRPr b="1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g3f3e74a415f_0_81"/>
          <p:cNvSpPr/>
          <p:nvPr/>
        </p:nvSpPr>
        <p:spPr>
          <a:xfrm>
            <a:off x="1463675" y="2574291"/>
            <a:ext cx="452700" cy="35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1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2" name="Google Shape;222;g3f3e74a415f_0_81"/>
          <p:cNvPicPr preferRelativeResize="0"/>
          <p:nvPr/>
        </p:nvPicPr>
        <p:blipFill rotWithShape="1">
          <a:blip r:embed="rId4">
            <a:alphaModFix/>
          </a:blip>
          <a:srcRect b="-5710" l="32771" r="-8788" t="5710"/>
          <a:stretch/>
        </p:blipFill>
        <p:spPr>
          <a:xfrm>
            <a:off x="76200" y="1315720"/>
            <a:ext cx="1808480" cy="686435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g3f3e74a415f_0_81"/>
          <p:cNvSpPr txBox="1"/>
          <p:nvPr/>
        </p:nvSpPr>
        <p:spPr>
          <a:xfrm>
            <a:off x="5271770" y="5972810"/>
            <a:ext cx="16479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Bahia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202</a:t>
            </a: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5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g3f3e74a415f_0_81"/>
          <p:cNvSpPr txBox="1"/>
          <p:nvPr/>
        </p:nvSpPr>
        <p:spPr>
          <a:xfrm>
            <a:off x="753825" y="500500"/>
            <a:ext cx="10671300" cy="1294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Universidade Estadual de Santa Cruz</a:t>
            </a:r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Programa de Iniciação à Docência - PID, Edital N° 54/2025</a:t>
            </a:r>
            <a:br>
              <a:rPr lang="en-US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Ciência da Computação</a:t>
            </a:r>
            <a:endParaRPr sz="24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f3e74a415f_0_584"/>
          <p:cNvSpPr/>
          <p:nvPr/>
        </p:nvSpPr>
        <p:spPr>
          <a:xfrm>
            <a:off x="-1270" y="0"/>
            <a:ext cx="12192640" cy="332104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g3f3e74a415f_0_584"/>
          <p:cNvSpPr/>
          <p:nvPr/>
        </p:nvSpPr>
        <p:spPr>
          <a:xfrm>
            <a:off x="0" y="0"/>
            <a:ext cx="11519531" cy="332104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g3f3e74a415f_0_584"/>
          <p:cNvSpPr/>
          <p:nvPr/>
        </p:nvSpPr>
        <p:spPr>
          <a:xfrm>
            <a:off x="-1270" y="0"/>
            <a:ext cx="12192640" cy="332104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g3f3e74a415f_0_584"/>
          <p:cNvSpPr/>
          <p:nvPr/>
        </p:nvSpPr>
        <p:spPr>
          <a:xfrm>
            <a:off x="0" y="0"/>
            <a:ext cx="11519531" cy="332104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g3f3e74a415f_0_584"/>
          <p:cNvSpPr txBox="1"/>
          <p:nvPr/>
        </p:nvSpPr>
        <p:spPr>
          <a:xfrm>
            <a:off x="620395" y="892175"/>
            <a:ext cx="7932300" cy="659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90"/>
              <a:buFont typeface="Times New Roman"/>
              <a:buNone/>
            </a:pPr>
            <a:r>
              <a:rPr b="0" i="0" lang="en-US" sz="4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Sumário</a:t>
            </a:r>
            <a:endParaRPr b="0" i="0" sz="44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5" name="Google Shape;235;g3f3e74a415f_0_584"/>
          <p:cNvSpPr txBox="1"/>
          <p:nvPr/>
        </p:nvSpPr>
        <p:spPr>
          <a:xfrm>
            <a:off x="11520170" y="6356350"/>
            <a:ext cx="4680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g3f3e74a415f_0_584"/>
          <p:cNvSpPr txBox="1"/>
          <p:nvPr/>
        </p:nvSpPr>
        <p:spPr>
          <a:xfrm>
            <a:off x="620395" y="1354527"/>
            <a:ext cx="11000700" cy="43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campainha</a:t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45720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Lista dos materiais</a:t>
            </a:r>
            <a:endParaRPr b="0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45720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simulação</a:t>
            </a:r>
            <a:endParaRPr b="0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45720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 código</a:t>
            </a:r>
            <a:endParaRPr b="0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7" name="Google Shape;237;g3f3e74a415f_0_584"/>
          <p:cNvSpPr txBox="1"/>
          <p:nvPr/>
        </p:nvSpPr>
        <p:spPr>
          <a:xfrm>
            <a:off x="10565775" y="1222319"/>
            <a:ext cx="468000" cy="40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r>
            <a:endParaRPr/>
          </a:p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r>
            <a:endParaRPr/>
          </a:p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r>
            <a:endParaRPr/>
          </a:p>
        </p:txBody>
      </p:sp>
      <p:cxnSp>
        <p:nvCxnSpPr>
          <p:cNvPr id="238" name="Google Shape;238;g3f3e74a415f_0_584"/>
          <p:cNvCxnSpPr/>
          <p:nvPr/>
        </p:nvCxnSpPr>
        <p:spPr>
          <a:xfrm flipH="1" rot="10800000">
            <a:off x="3941000" y="2690644"/>
            <a:ext cx="6642300" cy="273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39" name="Google Shape;239;g3f3e74a415f_0_584"/>
          <p:cNvCxnSpPr/>
          <p:nvPr/>
        </p:nvCxnSpPr>
        <p:spPr>
          <a:xfrm flipH="1" rot="10800000">
            <a:off x="3104702" y="3135701"/>
            <a:ext cx="7457400" cy="213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40" name="Google Shape;240;g3f3e74a415f_0_584"/>
          <p:cNvCxnSpPr/>
          <p:nvPr/>
        </p:nvCxnSpPr>
        <p:spPr>
          <a:xfrm flipH="1" rot="10800000">
            <a:off x="2601734" y="3545681"/>
            <a:ext cx="7975500" cy="36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f3e74a415f_0_341"/>
          <p:cNvSpPr/>
          <p:nvPr/>
        </p:nvSpPr>
        <p:spPr>
          <a:xfrm>
            <a:off x="0" y="0"/>
            <a:ext cx="12192640" cy="332104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g3f3e74a415f_0_341"/>
          <p:cNvSpPr/>
          <p:nvPr/>
        </p:nvSpPr>
        <p:spPr>
          <a:xfrm>
            <a:off x="0" y="0"/>
            <a:ext cx="11519531" cy="332104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g3f3e74a415f_0_341"/>
          <p:cNvSpPr txBox="1"/>
          <p:nvPr/>
        </p:nvSpPr>
        <p:spPr>
          <a:xfrm>
            <a:off x="877483" y="1905391"/>
            <a:ext cx="104796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 buzzer é um componente eletrônico que emite um sinal sonoro quando solicitado. Este será o componente principal desta atividade.</a:t>
            </a:r>
            <a:endParaRPr/>
          </a:p>
        </p:txBody>
      </p:sp>
      <p:pic>
        <p:nvPicPr>
          <p:cNvPr id="249" name="Google Shape;249;g3f3e74a415f_0_3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26576" y="3176105"/>
            <a:ext cx="2792425" cy="297997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ÓDULO DE BUZZER PASSIVO" id="250" name="Google Shape;250;g3f3e74a415f_0_34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66865" y="2866813"/>
            <a:ext cx="3598559" cy="3598559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g3f3e74a415f_0_341"/>
          <p:cNvSpPr txBox="1"/>
          <p:nvPr>
            <p:ph type="ctrTitle"/>
          </p:nvPr>
        </p:nvSpPr>
        <p:spPr>
          <a:xfrm>
            <a:off x="702945" y="892175"/>
            <a:ext cx="9876300" cy="659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None/>
            </a:pPr>
            <a:r>
              <a:rPr lang="en-US" sz="4890">
                <a:latin typeface="Times New Roman"/>
                <a:ea typeface="Times New Roman"/>
                <a:cs typeface="Times New Roman"/>
                <a:sym typeface="Times New Roman"/>
              </a:rPr>
              <a:t>A campainha: lista dos materiais</a:t>
            </a:r>
            <a:endParaRPr/>
          </a:p>
        </p:txBody>
      </p:sp>
      <p:sp>
        <p:nvSpPr>
          <p:cNvPr id="252" name="Google Shape;252;g3f3e74a415f_0_341"/>
          <p:cNvSpPr txBox="1"/>
          <p:nvPr/>
        </p:nvSpPr>
        <p:spPr>
          <a:xfrm>
            <a:off x="11520170" y="6356350"/>
            <a:ext cx="4680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f3e74a415f_0_352"/>
          <p:cNvSpPr/>
          <p:nvPr/>
        </p:nvSpPr>
        <p:spPr>
          <a:xfrm>
            <a:off x="0" y="0"/>
            <a:ext cx="12192640" cy="332104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g3f3e74a415f_0_352"/>
          <p:cNvSpPr/>
          <p:nvPr/>
        </p:nvSpPr>
        <p:spPr>
          <a:xfrm>
            <a:off x="0" y="0"/>
            <a:ext cx="11519531" cy="332104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g3f3e74a415f_0_352"/>
          <p:cNvSpPr txBox="1"/>
          <p:nvPr>
            <p:ph type="ctrTitle"/>
          </p:nvPr>
        </p:nvSpPr>
        <p:spPr>
          <a:xfrm>
            <a:off x="702945" y="892175"/>
            <a:ext cx="9876300" cy="659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None/>
            </a:pPr>
            <a:r>
              <a:rPr lang="en-US" sz="4890">
                <a:latin typeface="Times New Roman"/>
                <a:ea typeface="Times New Roman"/>
                <a:cs typeface="Times New Roman"/>
                <a:sym typeface="Times New Roman"/>
              </a:rPr>
              <a:t>A campainha: lista dos materiais</a:t>
            </a:r>
            <a:endParaRPr/>
          </a:p>
        </p:txBody>
      </p:sp>
      <p:sp>
        <p:nvSpPr>
          <p:cNvPr id="261" name="Google Shape;261;g3f3e74a415f_0_352"/>
          <p:cNvSpPr txBox="1"/>
          <p:nvPr/>
        </p:nvSpPr>
        <p:spPr>
          <a:xfrm>
            <a:off x="702725" y="1794921"/>
            <a:ext cx="56775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Além de um buzzer, precisaremos de: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</a:t>
            </a: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otebook;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Arduino UNO R3 + Cabo USB A/B.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Protoboard;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 jumpers macho x macho;</a:t>
            </a:r>
            <a:endParaRPr b="0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descr="Notebook - ícones de computador grátis" id="262" name="Google Shape;262;g3f3e74a415f_0_3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5985" y="4624505"/>
            <a:ext cx="1655445" cy="1655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jumper wire&quot; Icon - Download for free – Iconduck" id="263" name="Google Shape;263;g3f3e74a415f_0_35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2700000">
            <a:off x="6227450" y="5079801"/>
            <a:ext cx="2854327" cy="7410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g3f3e74a415f_0_35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745225" y="4237790"/>
            <a:ext cx="2590800" cy="216027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g3f3e74a415f_0_35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750190" y="4824530"/>
            <a:ext cx="1708149" cy="12522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g3f3e74a415f_0_35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726310" y="4714040"/>
            <a:ext cx="1535430" cy="153543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g3f3e74a415f_0_352"/>
          <p:cNvSpPr txBox="1"/>
          <p:nvPr/>
        </p:nvSpPr>
        <p:spPr>
          <a:xfrm>
            <a:off x="11520170" y="6356350"/>
            <a:ext cx="4680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5F6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330200"/>
            <a:ext cx="12192635" cy="6574155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5"/>
          <p:cNvSpPr/>
          <p:nvPr/>
        </p:nvSpPr>
        <p:spPr>
          <a:xfrm>
            <a:off x="0" y="0"/>
            <a:ext cx="121926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5"/>
          <p:cNvSpPr/>
          <p:nvPr/>
        </p:nvSpPr>
        <p:spPr>
          <a:xfrm>
            <a:off x="0" y="0"/>
            <a:ext cx="115195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5"/>
          <p:cNvSpPr txBox="1"/>
          <p:nvPr>
            <p:ph idx="12" type="sldNum"/>
          </p:nvPr>
        </p:nvSpPr>
        <p:spPr>
          <a:xfrm>
            <a:off x="11520170" y="6356350"/>
            <a:ext cx="4679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5"/>
          <p:cNvSpPr txBox="1"/>
          <p:nvPr>
            <p:ph type="ctrTitle"/>
          </p:nvPr>
        </p:nvSpPr>
        <p:spPr>
          <a:xfrm>
            <a:off x="620395" y="892175"/>
            <a:ext cx="7932420" cy="6591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None/>
            </a:pPr>
            <a:r>
              <a:rPr lang="en-US" sz="4890">
                <a:latin typeface="Times New Roman"/>
                <a:ea typeface="Times New Roman"/>
                <a:cs typeface="Times New Roman"/>
                <a:sym typeface="Times New Roman"/>
              </a:rPr>
              <a:t>A campanhia: Simulação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6"/>
          <p:cNvSpPr/>
          <p:nvPr/>
        </p:nvSpPr>
        <p:spPr>
          <a:xfrm>
            <a:off x="0" y="0"/>
            <a:ext cx="121926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6"/>
          <p:cNvSpPr/>
          <p:nvPr/>
        </p:nvSpPr>
        <p:spPr>
          <a:xfrm>
            <a:off x="0" y="0"/>
            <a:ext cx="115195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6"/>
          <p:cNvSpPr txBox="1"/>
          <p:nvPr>
            <p:ph idx="12" type="sldNum"/>
          </p:nvPr>
        </p:nvSpPr>
        <p:spPr>
          <a:xfrm>
            <a:off x="11520170" y="6356350"/>
            <a:ext cx="4679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6"/>
          <p:cNvSpPr txBox="1"/>
          <p:nvPr>
            <p:ph type="ctrTitle"/>
          </p:nvPr>
        </p:nvSpPr>
        <p:spPr>
          <a:xfrm>
            <a:off x="620395" y="892175"/>
            <a:ext cx="7932420" cy="6591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None/>
            </a:pPr>
            <a:r>
              <a:rPr lang="en-US" sz="4890">
                <a:latin typeface="Times New Roman"/>
                <a:ea typeface="Times New Roman"/>
                <a:cs typeface="Times New Roman"/>
                <a:sym typeface="Times New Roman"/>
              </a:rPr>
              <a:t>A campainha: Código</a:t>
            </a:r>
            <a:endParaRPr/>
          </a:p>
        </p:txBody>
      </p:sp>
      <p:cxnSp>
        <p:nvCxnSpPr>
          <p:cNvPr id="287" name="Google Shape;287;p6"/>
          <p:cNvCxnSpPr/>
          <p:nvPr/>
        </p:nvCxnSpPr>
        <p:spPr>
          <a:xfrm flipH="1" rot="10800000">
            <a:off x="658495" y="1543050"/>
            <a:ext cx="9857105" cy="19050"/>
          </a:xfrm>
          <a:prstGeom prst="straightConnector1">
            <a:avLst/>
          </a:prstGeom>
          <a:noFill/>
          <a:ln cap="flat" cmpd="sng" w="12700">
            <a:solidFill>
              <a:srgbClr val="4561BD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88" name="Google Shape;288;p6"/>
          <p:cNvCxnSpPr/>
          <p:nvPr/>
        </p:nvCxnSpPr>
        <p:spPr>
          <a:xfrm flipH="1" rot="10800000">
            <a:off x="10515600" y="1200150"/>
            <a:ext cx="857250" cy="342900"/>
          </a:xfrm>
          <a:prstGeom prst="straightConnector1">
            <a:avLst/>
          </a:prstGeom>
          <a:noFill/>
          <a:ln cap="flat" cmpd="sng" w="12700">
            <a:solidFill>
              <a:srgbClr val="4561BD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descr="Texto, Carta&#10;&#10;O conteúdo gerado por IA pode estar incorreto." id="289" name="Google Shape;28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1987" y="1715489"/>
            <a:ext cx="6238516" cy="42465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42711" y="1608467"/>
            <a:ext cx="4443142" cy="48343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7"/>
          <p:cNvSpPr/>
          <p:nvPr/>
        </p:nvSpPr>
        <p:spPr>
          <a:xfrm>
            <a:off x="0" y="0"/>
            <a:ext cx="121926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7"/>
          <p:cNvSpPr/>
          <p:nvPr/>
        </p:nvSpPr>
        <p:spPr>
          <a:xfrm>
            <a:off x="0" y="0"/>
            <a:ext cx="115195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7"/>
          <p:cNvSpPr txBox="1"/>
          <p:nvPr>
            <p:ph idx="12" type="sldNum"/>
          </p:nvPr>
        </p:nvSpPr>
        <p:spPr>
          <a:xfrm>
            <a:off x="11520170" y="6356350"/>
            <a:ext cx="4679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7"/>
          <p:cNvSpPr txBox="1"/>
          <p:nvPr>
            <p:ph type="ctrTitle"/>
          </p:nvPr>
        </p:nvSpPr>
        <p:spPr>
          <a:xfrm>
            <a:off x="620395" y="892175"/>
            <a:ext cx="7932420" cy="6591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None/>
            </a:pPr>
            <a:r>
              <a:rPr lang="en-US" sz="4890">
                <a:latin typeface="Times New Roman"/>
                <a:ea typeface="Times New Roman"/>
                <a:cs typeface="Times New Roman"/>
                <a:sym typeface="Times New Roman"/>
              </a:rPr>
              <a:t>A campainha: Código</a:t>
            </a:r>
            <a:endParaRPr/>
          </a:p>
        </p:txBody>
      </p:sp>
      <p:cxnSp>
        <p:nvCxnSpPr>
          <p:cNvPr id="300" name="Google Shape;300;p7"/>
          <p:cNvCxnSpPr/>
          <p:nvPr/>
        </p:nvCxnSpPr>
        <p:spPr>
          <a:xfrm flipH="1" rot="10800000">
            <a:off x="658495" y="1543050"/>
            <a:ext cx="9857105" cy="19050"/>
          </a:xfrm>
          <a:prstGeom prst="straightConnector1">
            <a:avLst/>
          </a:prstGeom>
          <a:noFill/>
          <a:ln cap="flat" cmpd="sng" w="12700">
            <a:solidFill>
              <a:srgbClr val="4561BD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301" name="Google Shape;301;p7"/>
          <p:cNvCxnSpPr/>
          <p:nvPr/>
        </p:nvCxnSpPr>
        <p:spPr>
          <a:xfrm flipH="1" rot="10800000">
            <a:off x="10515600" y="1200150"/>
            <a:ext cx="857250" cy="342900"/>
          </a:xfrm>
          <a:prstGeom prst="straightConnector1">
            <a:avLst/>
          </a:prstGeom>
          <a:noFill/>
          <a:ln cap="flat" cmpd="sng" w="12700">
            <a:solidFill>
              <a:srgbClr val="4561BD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descr="Texto&#10;&#10;O conteúdo gerado por IA pode estar incorreto." id="302" name="Google Shape;30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4992" y="1718094"/>
            <a:ext cx="5354847" cy="462950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abela&#10;&#10;O conteúdo gerado por IA pode estar incorreto." id="303" name="Google Shape;303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53459" y="1718633"/>
            <a:ext cx="5645269" cy="46428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8"/>
          <p:cNvSpPr/>
          <p:nvPr/>
        </p:nvSpPr>
        <p:spPr>
          <a:xfrm>
            <a:off x="0" y="0"/>
            <a:ext cx="121926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0" y="0"/>
            <a:ext cx="115195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8"/>
          <p:cNvSpPr txBox="1"/>
          <p:nvPr>
            <p:ph idx="12" type="sldNum"/>
          </p:nvPr>
        </p:nvSpPr>
        <p:spPr>
          <a:xfrm>
            <a:off x="11520170" y="6356350"/>
            <a:ext cx="4679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8"/>
          <p:cNvSpPr txBox="1"/>
          <p:nvPr>
            <p:ph type="ctrTitle"/>
          </p:nvPr>
        </p:nvSpPr>
        <p:spPr>
          <a:xfrm>
            <a:off x="620395" y="892175"/>
            <a:ext cx="7932420" cy="6591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None/>
            </a:pPr>
            <a:r>
              <a:rPr lang="en-US" sz="4890">
                <a:latin typeface="Times New Roman"/>
                <a:ea typeface="Times New Roman"/>
                <a:cs typeface="Times New Roman"/>
                <a:sym typeface="Times New Roman"/>
              </a:rPr>
              <a:t>A campainha: Código</a:t>
            </a:r>
            <a:endParaRPr/>
          </a:p>
        </p:txBody>
      </p:sp>
      <p:cxnSp>
        <p:nvCxnSpPr>
          <p:cNvPr id="313" name="Google Shape;313;p8"/>
          <p:cNvCxnSpPr/>
          <p:nvPr/>
        </p:nvCxnSpPr>
        <p:spPr>
          <a:xfrm flipH="1" rot="10800000">
            <a:off x="658495" y="1543050"/>
            <a:ext cx="9857105" cy="19050"/>
          </a:xfrm>
          <a:prstGeom prst="straightConnector1">
            <a:avLst/>
          </a:prstGeom>
          <a:noFill/>
          <a:ln cap="flat" cmpd="sng" w="12700">
            <a:solidFill>
              <a:srgbClr val="4561BD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314" name="Google Shape;314;p8"/>
          <p:cNvCxnSpPr/>
          <p:nvPr/>
        </p:nvCxnSpPr>
        <p:spPr>
          <a:xfrm flipH="1" rot="10800000">
            <a:off x="10515600" y="1200150"/>
            <a:ext cx="857250" cy="342900"/>
          </a:xfrm>
          <a:prstGeom prst="straightConnector1">
            <a:avLst/>
          </a:prstGeom>
          <a:noFill/>
          <a:ln cap="flat" cmpd="sng" w="12700">
            <a:solidFill>
              <a:srgbClr val="4561BD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descr="Texto&#10;&#10;O conteúdo gerado por IA pode estar incorreto." id="315" name="Google Shape;31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2076" y="1710277"/>
            <a:ext cx="4139243" cy="46451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exto&#10;&#10;O conteúdo gerado por IA pode estar incorreto." id="316" name="Google Shape;31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16865" y="1597415"/>
            <a:ext cx="5419366" cy="48133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9"/>
          <p:cNvSpPr/>
          <p:nvPr/>
        </p:nvSpPr>
        <p:spPr>
          <a:xfrm>
            <a:off x="0" y="0"/>
            <a:ext cx="121926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9"/>
          <p:cNvSpPr/>
          <p:nvPr/>
        </p:nvSpPr>
        <p:spPr>
          <a:xfrm>
            <a:off x="0" y="0"/>
            <a:ext cx="115195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 txBox="1"/>
          <p:nvPr>
            <p:ph idx="12" type="sldNum"/>
          </p:nvPr>
        </p:nvSpPr>
        <p:spPr>
          <a:xfrm>
            <a:off x="11520170" y="6356350"/>
            <a:ext cx="4679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9"/>
          <p:cNvSpPr txBox="1"/>
          <p:nvPr>
            <p:ph type="ctrTitle"/>
          </p:nvPr>
        </p:nvSpPr>
        <p:spPr>
          <a:xfrm>
            <a:off x="620395" y="892175"/>
            <a:ext cx="7932420" cy="6591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None/>
            </a:pPr>
            <a:r>
              <a:rPr lang="en-US" sz="4890">
                <a:latin typeface="Times New Roman"/>
                <a:ea typeface="Times New Roman"/>
                <a:cs typeface="Times New Roman"/>
                <a:sym typeface="Times New Roman"/>
              </a:rPr>
              <a:t>A campainha: Código</a:t>
            </a:r>
            <a:endParaRPr/>
          </a:p>
        </p:txBody>
      </p:sp>
      <p:cxnSp>
        <p:nvCxnSpPr>
          <p:cNvPr id="326" name="Google Shape;326;p9"/>
          <p:cNvCxnSpPr/>
          <p:nvPr/>
        </p:nvCxnSpPr>
        <p:spPr>
          <a:xfrm flipH="1" rot="10800000">
            <a:off x="658495" y="1543050"/>
            <a:ext cx="9857105" cy="19050"/>
          </a:xfrm>
          <a:prstGeom prst="straightConnector1">
            <a:avLst/>
          </a:prstGeom>
          <a:noFill/>
          <a:ln cap="flat" cmpd="sng" w="12700">
            <a:solidFill>
              <a:srgbClr val="4561BD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327" name="Google Shape;327;p9"/>
          <p:cNvCxnSpPr/>
          <p:nvPr/>
        </p:nvCxnSpPr>
        <p:spPr>
          <a:xfrm flipH="1" rot="10800000">
            <a:off x="10515600" y="1200150"/>
            <a:ext cx="857250" cy="342900"/>
          </a:xfrm>
          <a:prstGeom prst="straightConnector1">
            <a:avLst/>
          </a:prstGeom>
          <a:noFill/>
          <a:ln cap="flat" cmpd="sng" w="12700">
            <a:solidFill>
              <a:srgbClr val="4561BD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descr="Texto, Carta&#10;&#10;O conteúdo gerado por IA pode estar incorreto." id="328" name="Google Shape;32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4068" y="1719083"/>
            <a:ext cx="5638620" cy="3060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exto&#10;&#10;O conteúdo gerado por IA pode estar incorreto." id="329" name="Google Shape;32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4847" y="1736785"/>
            <a:ext cx="6561286" cy="3053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0"/>
          <p:cNvSpPr/>
          <p:nvPr/>
        </p:nvSpPr>
        <p:spPr>
          <a:xfrm>
            <a:off x="0" y="0"/>
            <a:ext cx="121926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0"/>
          <p:cNvSpPr/>
          <p:nvPr/>
        </p:nvSpPr>
        <p:spPr>
          <a:xfrm>
            <a:off x="0" y="0"/>
            <a:ext cx="115195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0"/>
          <p:cNvSpPr txBox="1"/>
          <p:nvPr>
            <p:ph type="ctrTitle"/>
          </p:nvPr>
        </p:nvSpPr>
        <p:spPr>
          <a:xfrm>
            <a:off x="620395" y="892175"/>
            <a:ext cx="7932420" cy="6591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None/>
            </a:pPr>
            <a:r>
              <a:rPr lang="en-US" sz="4890">
                <a:latin typeface="Times New Roman"/>
                <a:ea typeface="Times New Roman"/>
                <a:cs typeface="Times New Roman"/>
                <a:sym typeface="Times New Roman"/>
              </a:rPr>
              <a:t>Referência</a:t>
            </a:r>
            <a:endParaRPr/>
          </a:p>
        </p:txBody>
      </p:sp>
      <p:sp>
        <p:nvSpPr>
          <p:cNvPr id="338" name="Google Shape;338;p10"/>
          <p:cNvSpPr txBox="1"/>
          <p:nvPr/>
        </p:nvSpPr>
        <p:spPr>
          <a:xfrm>
            <a:off x="620395" y="1800225"/>
            <a:ext cx="10636250" cy="3538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OLIVEIRA, Marcelo Eduardo de; SOUZA, Matheus Fernando Lima Zuccherelli de; LIBERA, Giovanni Polette Dalla; OLIVEIRA, Renata Lima Zuccherelli de; TECH, Adriano Rogério Bruno.          </a:t>
            </a:r>
            <a:r>
              <a:rPr b="1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Introdução à Robótica Educacional com Arduino – Hands On!: Iniciante</a:t>
            </a: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Pirassununga: Faculdade de Zootecnia e Engenharia de Alimentos da USP, 2020. Disponível em: &lt;https://www.livrosabertos.abcd.usp.br/portaldelivrosUSP/catalog/book/483&gt;. Acesso em: 21 mar. 2025.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1"/>
          <p:cNvSpPr/>
          <p:nvPr/>
        </p:nvSpPr>
        <p:spPr>
          <a:xfrm>
            <a:off x="0" y="0"/>
            <a:ext cx="121926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1"/>
          <p:cNvSpPr/>
          <p:nvPr/>
        </p:nvSpPr>
        <p:spPr>
          <a:xfrm>
            <a:off x="0" y="0"/>
            <a:ext cx="115195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6" name="Google Shape;34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9140" y="1915160"/>
            <a:ext cx="2335530" cy="302704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7" name="Google Shape;347;p11"/>
          <p:cNvPicPr preferRelativeResize="0"/>
          <p:nvPr/>
        </p:nvPicPr>
        <p:blipFill rotWithShape="1">
          <a:blip r:embed="rId4">
            <a:alphaModFix/>
          </a:blip>
          <a:srcRect b="-4341" l="-1229" r="69262" t="-2791"/>
          <a:stretch/>
        </p:blipFill>
        <p:spPr>
          <a:xfrm>
            <a:off x="8963660" y="2051050"/>
            <a:ext cx="1892935" cy="1796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8" name="Google Shape;348;p11"/>
          <p:cNvPicPr preferRelativeResize="0"/>
          <p:nvPr/>
        </p:nvPicPr>
        <p:blipFill rotWithShape="1">
          <a:blip r:embed="rId4">
            <a:alphaModFix/>
          </a:blip>
          <a:srcRect b="-5708" l="32768" r="-8782" t="5708"/>
          <a:stretch/>
        </p:blipFill>
        <p:spPr>
          <a:xfrm>
            <a:off x="7987030" y="3698875"/>
            <a:ext cx="3846195" cy="1459865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11"/>
          <p:cNvSpPr txBox="1"/>
          <p:nvPr>
            <p:ph type="ctrTitle"/>
          </p:nvPr>
        </p:nvSpPr>
        <p:spPr>
          <a:xfrm>
            <a:off x="3167380" y="1545590"/>
            <a:ext cx="5185410" cy="280733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sz="4400">
                <a:latin typeface="Times New Roman"/>
                <a:ea typeface="Times New Roman"/>
                <a:cs typeface="Times New Roman"/>
                <a:sym typeface="Times New Roman"/>
              </a:rPr>
              <a:t>Agradecemos pela atenção!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2025-03-28T17:09:00Z</dcterms:created>
  <dc:creator>Isaque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1046-12.2.0.21179</vt:lpwstr>
  </property>
  <property fmtid="{D5CDD505-2E9C-101B-9397-08002B2CF9AE}" pid="3" name="ICV">
    <vt:lpwstr>8B3BF31CB6E447E383E22A3FF0C87609_13</vt:lpwstr>
  </property>
</Properties>
</file>