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9" r:id="rId5"/>
    <p:sldMasterId id="214748367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6858000" cx="12192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85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h+pI7jJJr8mcKUzjZ/uQ+polzw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85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customschemas.google.com/relationships/presentationmetadata" Target="metadata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3e74a415f_0_81:notes"/>
          <p:cNvSpPr/>
          <p:nvPr>
            <p:ph idx="2" type="sldImg"/>
          </p:nvPr>
        </p:nvSpPr>
        <p:spPr>
          <a:xfrm>
            <a:off x="482622" y="1279566"/>
            <a:ext cx="61407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f3e74a415f_0_81:notes"/>
          <p:cNvSpPr txBox="1"/>
          <p:nvPr>
            <p:ph idx="1" type="body"/>
          </p:nvPr>
        </p:nvSpPr>
        <p:spPr>
          <a:xfrm>
            <a:off x="711233" y="4926169"/>
            <a:ext cx="56835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f3e74a415f_0_81:notes"/>
          <p:cNvSpPr txBox="1"/>
          <p:nvPr>
            <p:ph idx="12" type="sldNum"/>
          </p:nvPr>
        </p:nvSpPr>
        <p:spPr>
          <a:xfrm>
            <a:off x="4024497" y="9722159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3e74a415f_0_58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f3e74a415f_0_58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3e74a415f_0_58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3e74a415f_0_34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f3e74a415f_0_34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f3e74a415f_0_34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3e74a415f_0_35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f3e74a415f_0_35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f3e74a415f_0_35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5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5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6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7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7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8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9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0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1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831850" y="3750945"/>
            <a:ext cx="9843135" cy="8115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831850" y="4610028"/>
            <a:ext cx="7321550" cy="64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/>
          <p:nvPr>
            <p:ph idx="2" type="pic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0"/>
          <p:cNvSpPr txBox="1"/>
          <p:nvPr>
            <p:ph idx="1" type="body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 rot="5400000">
            <a:off x="7683223" y="2506386"/>
            <a:ext cx="5811838" cy="1529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" type="body"/>
          </p:nvPr>
        </p:nvSpPr>
        <p:spPr>
          <a:xfrm rot="5400000">
            <a:off x="2372260" y="-1168935"/>
            <a:ext cx="5811838" cy="88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22"/>
          <p:cNvSpPr txBox="1"/>
          <p:nvPr>
            <p:ph idx="1" type="body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3e74a415f_0_101"/>
          <p:cNvSpPr txBox="1"/>
          <p:nvPr>
            <p:ph type="ctrTitle"/>
          </p:nvPr>
        </p:nvSpPr>
        <p:spPr>
          <a:xfrm>
            <a:off x="1524000" y="1322962"/>
            <a:ext cx="9144000" cy="218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f3e74a415f_0_10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f3e74a415f_0_10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f3e74a415f_0_10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g3f3e74a415f_0_10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3e74a415f_0_107"/>
          <p:cNvSpPr txBox="1"/>
          <p:nvPr>
            <p:ph type="title"/>
          </p:nvPr>
        </p:nvSpPr>
        <p:spPr>
          <a:xfrm>
            <a:off x="647700" y="25844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f3e74a415f_0_107"/>
          <p:cNvSpPr txBox="1"/>
          <p:nvPr>
            <p:ph idx="1" type="body"/>
          </p:nvPr>
        </p:nvSpPr>
        <p:spPr>
          <a:xfrm>
            <a:off x="6477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g3f3e74a415f_0_10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f3e74a415f_0_10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f3e74a415f_0_10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3e74a415f_0_113"/>
          <p:cNvSpPr txBox="1"/>
          <p:nvPr>
            <p:ph type="title"/>
          </p:nvPr>
        </p:nvSpPr>
        <p:spPr>
          <a:xfrm>
            <a:off x="831850" y="3750945"/>
            <a:ext cx="98430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f3e74a415f_0_113"/>
          <p:cNvSpPr txBox="1"/>
          <p:nvPr>
            <p:ph idx="1" type="body"/>
          </p:nvPr>
        </p:nvSpPr>
        <p:spPr>
          <a:xfrm>
            <a:off x="831850" y="4610028"/>
            <a:ext cx="7321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g3f3e74a415f_0_1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f3e74a415f_0_1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f3e74a415f_0_1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3e74a415f_0_119"/>
          <p:cNvSpPr txBox="1"/>
          <p:nvPr>
            <p:ph type="title"/>
          </p:nvPr>
        </p:nvSpPr>
        <p:spPr>
          <a:xfrm>
            <a:off x="647700" y="25844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f3e74a415f_0_119"/>
          <p:cNvSpPr txBox="1"/>
          <p:nvPr>
            <p:ph idx="1" type="body"/>
          </p:nvPr>
        </p:nvSpPr>
        <p:spPr>
          <a:xfrm>
            <a:off x="6477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g3f3e74a415f_0_119"/>
          <p:cNvSpPr txBox="1"/>
          <p:nvPr>
            <p:ph idx="2" type="body"/>
          </p:nvPr>
        </p:nvSpPr>
        <p:spPr>
          <a:xfrm>
            <a:off x="59817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g3f3e74a415f_0_1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f3e74a415f_0_1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f3e74a415f_0_1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3e74a415f_0_126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f3e74a415f_0_126"/>
          <p:cNvSpPr txBox="1"/>
          <p:nvPr>
            <p:ph idx="1" type="body"/>
          </p:nvPr>
        </p:nvSpPr>
        <p:spPr>
          <a:xfrm>
            <a:off x="839788" y="1744961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0" name="Google Shape;110;g3f3e74a415f_0_126"/>
          <p:cNvSpPr txBox="1"/>
          <p:nvPr>
            <p:ph idx="2" type="body"/>
          </p:nvPr>
        </p:nvSpPr>
        <p:spPr>
          <a:xfrm>
            <a:off x="839788" y="2615609"/>
            <a:ext cx="51579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g3f3e74a415f_0_126"/>
          <p:cNvSpPr txBox="1"/>
          <p:nvPr>
            <p:ph idx="3" type="body"/>
          </p:nvPr>
        </p:nvSpPr>
        <p:spPr>
          <a:xfrm>
            <a:off x="6172200" y="1744961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2" name="Google Shape;112;g3f3e74a415f_0_126"/>
          <p:cNvSpPr txBox="1"/>
          <p:nvPr>
            <p:ph idx="4" type="body"/>
          </p:nvPr>
        </p:nvSpPr>
        <p:spPr>
          <a:xfrm>
            <a:off x="6172200" y="2615609"/>
            <a:ext cx="51831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3f3e74a415f_0_12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f3e74a415f_0_12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f3e74a415f_0_1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3e74a415f_0_135"/>
          <p:cNvSpPr txBox="1"/>
          <p:nvPr>
            <p:ph type="title"/>
          </p:nvPr>
        </p:nvSpPr>
        <p:spPr>
          <a:xfrm>
            <a:off x="838200" y="27662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f3e74a415f_0_13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f3e74a415f_0_13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f3e74a415f_0_1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3e74a415f_0_14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f3e74a415f_0_14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f3e74a415f_0_1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3e74a415f_0_144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f3e74a415f_0_144"/>
          <p:cNvSpPr/>
          <p:nvPr>
            <p:ph idx="2" type="pic"/>
          </p:nvPr>
        </p:nvSpPr>
        <p:spPr>
          <a:xfrm>
            <a:off x="5184000" y="766354"/>
            <a:ext cx="5817300" cy="50943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g3f3e74a415f_0_144"/>
          <p:cNvSpPr txBox="1"/>
          <p:nvPr>
            <p:ph idx="1" type="body"/>
          </p:nvPr>
        </p:nvSpPr>
        <p:spPr>
          <a:xfrm>
            <a:off x="651827" y="2057400"/>
            <a:ext cx="41652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9" name="Google Shape;129;g3f3e74a415f_0_14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f3e74a415f_0_14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f3e74a415f_0_1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3e74a415f_0_151"/>
          <p:cNvSpPr txBox="1"/>
          <p:nvPr>
            <p:ph type="title"/>
          </p:nvPr>
        </p:nvSpPr>
        <p:spPr>
          <a:xfrm rot="5400000">
            <a:off x="7683150" y="2506375"/>
            <a:ext cx="58119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f3e74a415f_0_151"/>
          <p:cNvSpPr txBox="1"/>
          <p:nvPr>
            <p:ph idx="1" type="body"/>
          </p:nvPr>
        </p:nvSpPr>
        <p:spPr>
          <a:xfrm rot="5400000">
            <a:off x="2372208" y="-1168925"/>
            <a:ext cx="5811900" cy="8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g3f3e74a415f_0_1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f3e74a415f_0_1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3f3e74a415f_0_1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3e74a415f_0_15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f3e74a415f_0_15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f3e74a415f_0_1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g3f3e74a415f_0_157"/>
          <p:cNvSpPr txBox="1"/>
          <p:nvPr>
            <p:ph idx="1" type="body"/>
          </p:nvPr>
        </p:nvSpPr>
        <p:spPr>
          <a:xfrm>
            <a:off x="838200" y="551543"/>
            <a:ext cx="10515600" cy="55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3e74a415f_0_607"/>
          <p:cNvSpPr txBox="1"/>
          <p:nvPr>
            <p:ph type="ctrTitle"/>
          </p:nvPr>
        </p:nvSpPr>
        <p:spPr>
          <a:xfrm>
            <a:off x="1524000" y="1322962"/>
            <a:ext cx="9144000" cy="218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f3e74a415f_0_60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f3e74a415f_0_60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f3e74a415f_0_60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g3f3e74a415f_0_607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3e74a415f_0_613"/>
          <p:cNvSpPr txBox="1"/>
          <p:nvPr>
            <p:ph type="title"/>
          </p:nvPr>
        </p:nvSpPr>
        <p:spPr>
          <a:xfrm>
            <a:off x="647700" y="25844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f3e74a415f_0_613"/>
          <p:cNvSpPr txBox="1"/>
          <p:nvPr>
            <p:ph idx="1" type="body"/>
          </p:nvPr>
        </p:nvSpPr>
        <p:spPr>
          <a:xfrm>
            <a:off x="6477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g3f3e74a415f_0_6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g3f3e74a415f_0_6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g3f3e74a415f_0_6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3e74a415f_0_619"/>
          <p:cNvSpPr txBox="1"/>
          <p:nvPr>
            <p:ph type="title"/>
          </p:nvPr>
        </p:nvSpPr>
        <p:spPr>
          <a:xfrm>
            <a:off x="831850" y="3750945"/>
            <a:ext cx="98430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g3f3e74a415f_0_619"/>
          <p:cNvSpPr txBox="1"/>
          <p:nvPr>
            <p:ph idx="1" type="body"/>
          </p:nvPr>
        </p:nvSpPr>
        <p:spPr>
          <a:xfrm>
            <a:off x="831850" y="4610028"/>
            <a:ext cx="7321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4" name="Google Shape;164;g3f3e74a415f_0_6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3f3e74a415f_0_6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g3f3e74a415f_0_6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3e74a415f_0_625"/>
          <p:cNvSpPr txBox="1"/>
          <p:nvPr>
            <p:ph type="title"/>
          </p:nvPr>
        </p:nvSpPr>
        <p:spPr>
          <a:xfrm>
            <a:off x="647700" y="25844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g3f3e74a415f_0_625"/>
          <p:cNvSpPr txBox="1"/>
          <p:nvPr>
            <p:ph idx="1" type="body"/>
          </p:nvPr>
        </p:nvSpPr>
        <p:spPr>
          <a:xfrm>
            <a:off x="6477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g3f3e74a415f_0_625"/>
          <p:cNvSpPr txBox="1"/>
          <p:nvPr>
            <p:ph idx="2" type="body"/>
          </p:nvPr>
        </p:nvSpPr>
        <p:spPr>
          <a:xfrm>
            <a:off x="59817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g3f3e74a415f_0_62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g3f3e74a415f_0_62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g3f3e74a415f_0_6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3e74a415f_0_632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g3f3e74a415f_0_632"/>
          <p:cNvSpPr txBox="1"/>
          <p:nvPr>
            <p:ph idx="1" type="body"/>
          </p:nvPr>
        </p:nvSpPr>
        <p:spPr>
          <a:xfrm>
            <a:off x="839788" y="1744961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7" name="Google Shape;177;g3f3e74a415f_0_632"/>
          <p:cNvSpPr txBox="1"/>
          <p:nvPr>
            <p:ph idx="2" type="body"/>
          </p:nvPr>
        </p:nvSpPr>
        <p:spPr>
          <a:xfrm>
            <a:off x="839788" y="2615609"/>
            <a:ext cx="51579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g3f3e74a415f_0_632"/>
          <p:cNvSpPr txBox="1"/>
          <p:nvPr>
            <p:ph idx="3" type="body"/>
          </p:nvPr>
        </p:nvSpPr>
        <p:spPr>
          <a:xfrm>
            <a:off x="6172200" y="1744961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9" name="Google Shape;179;g3f3e74a415f_0_632"/>
          <p:cNvSpPr txBox="1"/>
          <p:nvPr>
            <p:ph idx="4" type="body"/>
          </p:nvPr>
        </p:nvSpPr>
        <p:spPr>
          <a:xfrm>
            <a:off x="6172200" y="2615609"/>
            <a:ext cx="51831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g3f3e74a415f_0_63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g3f3e74a415f_0_63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g3f3e74a415f_0_6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3e74a415f_0_641"/>
          <p:cNvSpPr txBox="1"/>
          <p:nvPr>
            <p:ph type="title"/>
          </p:nvPr>
        </p:nvSpPr>
        <p:spPr>
          <a:xfrm>
            <a:off x="838200" y="27662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g3f3e74a415f_0_64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g3f3e74a415f_0_64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g3f3e74a415f_0_6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3e74a415f_0_64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g3f3e74a415f_0_64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g3f3e74a415f_0_6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3e74a415f_0_650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g3f3e74a415f_0_650"/>
          <p:cNvSpPr/>
          <p:nvPr>
            <p:ph idx="2" type="pic"/>
          </p:nvPr>
        </p:nvSpPr>
        <p:spPr>
          <a:xfrm>
            <a:off x="5184000" y="766354"/>
            <a:ext cx="5817300" cy="50943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g3f3e74a415f_0_650"/>
          <p:cNvSpPr txBox="1"/>
          <p:nvPr>
            <p:ph idx="1" type="body"/>
          </p:nvPr>
        </p:nvSpPr>
        <p:spPr>
          <a:xfrm>
            <a:off x="651827" y="2057400"/>
            <a:ext cx="41652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6" name="Google Shape;196;g3f3e74a415f_0_65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g3f3e74a415f_0_65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g3f3e74a415f_0_6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3e74a415f_0_657"/>
          <p:cNvSpPr txBox="1"/>
          <p:nvPr>
            <p:ph type="title"/>
          </p:nvPr>
        </p:nvSpPr>
        <p:spPr>
          <a:xfrm rot="5400000">
            <a:off x="7683150" y="2506375"/>
            <a:ext cx="58119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g3f3e74a415f_0_657"/>
          <p:cNvSpPr txBox="1"/>
          <p:nvPr>
            <p:ph idx="1" type="body"/>
          </p:nvPr>
        </p:nvSpPr>
        <p:spPr>
          <a:xfrm rot="5400000">
            <a:off x="2372208" y="-1168925"/>
            <a:ext cx="5811900" cy="8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g3f3e74a415f_0_65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g3f3e74a415f_0_65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g3f3e74a415f_0_6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3e74a415f_0_66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g3f3e74a415f_0_66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g3f3e74a415f_0_6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g3f3e74a415f_0_663"/>
          <p:cNvSpPr txBox="1"/>
          <p:nvPr>
            <p:ph idx="1" type="body"/>
          </p:nvPr>
        </p:nvSpPr>
        <p:spPr>
          <a:xfrm>
            <a:off x="838200" y="551543"/>
            <a:ext cx="10515600" cy="55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theme" Target="../theme/theme4.xml"/><Relationship Id="rId10" Type="http://schemas.openxmlformats.org/officeDocument/2006/relationships/slideLayout" Target="../slideLayouts/slideLayout20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30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3e74a415f_0_9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g3f3e74a415f_0_9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3f3e74a415f_0_9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g3f3e74a415f_0_9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3f3e74a415f_0_9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3e74a415f_0_60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5" name="Google Shape;145;g3f3e74a415f_0_60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g3f3e74a415f_0_60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g3f3e74a415f_0_60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g3f3e74a415f_0_60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3e74a415f_0_81"/>
          <p:cNvSpPr txBox="1"/>
          <p:nvPr>
            <p:ph type="ctrTitle"/>
          </p:nvPr>
        </p:nvSpPr>
        <p:spPr>
          <a:xfrm>
            <a:off x="2362200" y="563245"/>
            <a:ext cx="7467600" cy="10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3110">
                <a:latin typeface="Times New Roman"/>
                <a:ea typeface="Times New Roman"/>
                <a:cs typeface="Times New Roman"/>
                <a:sym typeface="Times New Roman"/>
              </a:rPr>
              <a:t>Universidade Estadual de Santa Cruz</a:t>
            </a:r>
            <a:br>
              <a:rPr lang="en-US" sz="311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110">
                <a:latin typeface="Times New Roman"/>
                <a:ea typeface="Times New Roman"/>
                <a:cs typeface="Times New Roman"/>
                <a:sym typeface="Times New Roman"/>
              </a:rPr>
              <a:t>Ciência da Computação</a:t>
            </a:r>
            <a:endParaRPr sz="311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g3f3e74a415f_0_81"/>
          <p:cNvSpPr txBox="1"/>
          <p:nvPr>
            <p:ph idx="1" type="subTitle"/>
          </p:nvPr>
        </p:nvSpPr>
        <p:spPr>
          <a:xfrm>
            <a:off x="2113286" y="2169150"/>
            <a:ext cx="7952400" cy="27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b="1"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Projeto de ensino</a:t>
            </a: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Atividades Maker para Alunos do Ensino Médio</a:t>
            </a:r>
            <a:b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Atividade 6A - Buzzer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Autor: Isaque Silva Passos Ribeiro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Colaborador: Gabriel Lucas de Oliveira César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7" name="Google Shape;217;g3f3e74a415f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5025" y="500507"/>
            <a:ext cx="842772" cy="10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f3e74a415f_0_81"/>
          <p:cNvPicPr preferRelativeResize="0"/>
          <p:nvPr/>
        </p:nvPicPr>
        <p:blipFill rotWithShape="1">
          <a:blip r:embed="rId4">
            <a:alphaModFix/>
          </a:blip>
          <a:srcRect b="0" l="0" r="61296" t="0"/>
          <a:stretch/>
        </p:blipFill>
        <p:spPr>
          <a:xfrm>
            <a:off x="563245" y="553720"/>
            <a:ext cx="10224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f3e74a415f_0_81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f3e74a415f_0_81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f3e74a415f_0_81"/>
          <p:cNvSpPr/>
          <p:nvPr/>
        </p:nvSpPr>
        <p:spPr>
          <a:xfrm>
            <a:off x="1939925" y="2573656"/>
            <a:ext cx="23349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Title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f3e74a415f_0_81"/>
          <p:cNvSpPr/>
          <p:nvPr/>
        </p:nvSpPr>
        <p:spPr>
          <a:xfrm>
            <a:off x="1463675" y="2574291"/>
            <a:ext cx="452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g3f3e74a415f_0_81"/>
          <p:cNvPicPr preferRelativeResize="0"/>
          <p:nvPr/>
        </p:nvPicPr>
        <p:blipFill rotWithShape="1">
          <a:blip r:embed="rId4">
            <a:alphaModFix/>
          </a:blip>
          <a:srcRect b="-5710" l="32771" r="-8788" t="5710"/>
          <a:stretch/>
        </p:blipFill>
        <p:spPr>
          <a:xfrm>
            <a:off x="76200" y="1315720"/>
            <a:ext cx="1808480" cy="68643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f3e74a415f_0_81"/>
          <p:cNvSpPr txBox="1"/>
          <p:nvPr/>
        </p:nvSpPr>
        <p:spPr>
          <a:xfrm>
            <a:off x="5271770" y="5972810"/>
            <a:ext cx="164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Bahia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3e74a415f_0_584"/>
          <p:cNvSpPr/>
          <p:nvPr/>
        </p:nvSpPr>
        <p:spPr>
          <a:xfrm>
            <a:off x="-127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3e74a415f_0_584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f3e74a415f_0_584"/>
          <p:cNvSpPr/>
          <p:nvPr/>
        </p:nvSpPr>
        <p:spPr>
          <a:xfrm>
            <a:off x="-127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3e74a415f_0_584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f3e74a415f_0_584"/>
          <p:cNvSpPr txBox="1"/>
          <p:nvPr/>
        </p:nvSpPr>
        <p:spPr>
          <a:xfrm>
            <a:off x="620395" y="892175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9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Sumário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g3f3e74a415f_0_584"/>
          <p:cNvSpPr txBox="1"/>
          <p:nvPr/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f3e74a415f_0_584"/>
          <p:cNvSpPr txBox="1"/>
          <p:nvPr/>
        </p:nvSpPr>
        <p:spPr>
          <a:xfrm>
            <a:off x="620395" y="1354527"/>
            <a:ext cx="110007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campainha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Lista dos materiais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simulação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código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g3f3e74a415f_0_584"/>
          <p:cNvSpPr txBox="1"/>
          <p:nvPr/>
        </p:nvSpPr>
        <p:spPr>
          <a:xfrm>
            <a:off x="10565775" y="1222319"/>
            <a:ext cx="4680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cxnSp>
        <p:nvCxnSpPr>
          <p:cNvPr id="238" name="Google Shape;238;g3f3e74a415f_0_584"/>
          <p:cNvCxnSpPr/>
          <p:nvPr/>
        </p:nvCxnSpPr>
        <p:spPr>
          <a:xfrm flipH="1" rot="10800000">
            <a:off x="3941000" y="2690644"/>
            <a:ext cx="6642300" cy="2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39" name="Google Shape;239;g3f3e74a415f_0_584"/>
          <p:cNvCxnSpPr/>
          <p:nvPr/>
        </p:nvCxnSpPr>
        <p:spPr>
          <a:xfrm flipH="1" rot="10800000">
            <a:off x="3104702" y="3135701"/>
            <a:ext cx="7457400" cy="2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40" name="Google Shape;240;g3f3e74a415f_0_584"/>
          <p:cNvCxnSpPr/>
          <p:nvPr/>
        </p:nvCxnSpPr>
        <p:spPr>
          <a:xfrm flipH="1" rot="10800000">
            <a:off x="2601734" y="3545681"/>
            <a:ext cx="7975500" cy="3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3e74a415f_0_341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f3e74a415f_0_341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3e74a415f_0_341"/>
          <p:cNvSpPr txBox="1"/>
          <p:nvPr/>
        </p:nvSpPr>
        <p:spPr>
          <a:xfrm>
            <a:off x="877483" y="1905391"/>
            <a:ext cx="10479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buzzer é um componente eletrônico que emite um sinal sonoro quando solicitado. Este será o componente principal desta atividade.</a:t>
            </a:r>
            <a:endParaRPr/>
          </a:p>
        </p:txBody>
      </p:sp>
      <p:pic>
        <p:nvPicPr>
          <p:cNvPr id="249" name="Google Shape;249;g3f3e74a415f_0_3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6576" y="3176105"/>
            <a:ext cx="2792425" cy="2979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ÓDULO DE BUZZER PASSIVO" id="250" name="Google Shape;250;g3f3e74a415f_0_3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6865" y="2866813"/>
            <a:ext cx="3598559" cy="359855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f3e74a415f_0_341"/>
          <p:cNvSpPr txBox="1"/>
          <p:nvPr>
            <p:ph type="ctrTitle"/>
          </p:nvPr>
        </p:nvSpPr>
        <p:spPr>
          <a:xfrm>
            <a:off x="702945" y="892175"/>
            <a:ext cx="9876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A campainha: lista dos materiais</a:t>
            </a:r>
            <a:endParaRPr/>
          </a:p>
        </p:txBody>
      </p:sp>
      <p:sp>
        <p:nvSpPr>
          <p:cNvPr id="252" name="Google Shape;252;g3f3e74a415f_0_341"/>
          <p:cNvSpPr txBox="1"/>
          <p:nvPr/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3e74a415f_0_352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f3e74a415f_0_352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f3e74a415f_0_352"/>
          <p:cNvSpPr txBox="1"/>
          <p:nvPr>
            <p:ph type="ctrTitle"/>
          </p:nvPr>
        </p:nvSpPr>
        <p:spPr>
          <a:xfrm>
            <a:off x="702945" y="892175"/>
            <a:ext cx="9876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A campainha: lista dos materiais</a:t>
            </a:r>
            <a:endParaRPr/>
          </a:p>
        </p:txBody>
      </p:sp>
      <p:sp>
        <p:nvSpPr>
          <p:cNvPr id="261" name="Google Shape;261;g3f3e74a415f_0_352"/>
          <p:cNvSpPr txBox="1"/>
          <p:nvPr/>
        </p:nvSpPr>
        <p:spPr>
          <a:xfrm>
            <a:off x="702725" y="1794921"/>
            <a:ext cx="56775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Além de um buzzer, precisaremos de: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otebook;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UNO R3 + Cabo USB A/B.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Protoboard;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jumpers macho x macho;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otebook - ícones de computador grátis" id="262" name="Google Shape;262;g3f3e74a415f_0_3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5" y="4624505"/>
            <a:ext cx="1655445" cy="1655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mper wire&quot; Icon - Download for free – Iconduck" id="263" name="Google Shape;263;g3f3e74a415f_0_3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700000">
            <a:off x="6227450" y="5079801"/>
            <a:ext cx="2854327" cy="741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3f3e74a415f_0_3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5225" y="4237790"/>
            <a:ext cx="2590800" cy="2160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3f3e74a415f_0_3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50190" y="4824530"/>
            <a:ext cx="1708149" cy="1252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3f3e74a415f_0_3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6310" y="4714040"/>
            <a:ext cx="1535430" cy="153543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f3e74a415f_0_352"/>
          <p:cNvSpPr txBox="1"/>
          <p:nvPr/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0200"/>
            <a:ext cx="12192635" cy="657415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5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"/>
          <p:cNvSpPr txBox="1"/>
          <p:nvPr>
            <p:ph type="ctrTitle"/>
          </p:nvPr>
        </p:nvSpPr>
        <p:spPr>
          <a:xfrm>
            <a:off x="620395" y="892175"/>
            <a:ext cx="7932420" cy="659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A campanhia: Simulação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6"/>
          <p:cNvSpPr txBox="1"/>
          <p:nvPr>
            <p:ph type="ctrTitle"/>
          </p:nvPr>
        </p:nvSpPr>
        <p:spPr>
          <a:xfrm>
            <a:off x="620395" y="892175"/>
            <a:ext cx="7932420" cy="659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A campainha: Código</a:t>
            </a:r>
            <a:endParaRPr/>
          </a:p>
        </p:txBody>
      </p:sp>
      <p:cxnSp>
        <p:nvCxnSpPr>
          <p:cNvPr id="287" name="Google Shape;287;p6"/>
          <p:cNvCxnSpPr/>
          <p:nvPr/>
        </p:nvCxnSpPr>
        <p:spPr>
          <a:xfrm flipH="1" rot="10800000">
            <a:off x="658495" y="1543050"/>
            <a:ext cx="9857105" cy="19050"/>
          </a:xfrm>
          <a:prstGeom prst="straightConnector1">
            <a:avLst/>
          </a:prstGeom>
          <a:noFill/>
          <a:ln cap="flat" cmpd="sng" w="12700">
            <a:solidFill>
              <a:srgbClr val="4561BD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8" name="Google Shape;288;p6"/>
          <p:cNvCxnSpPr/>
          <p:nvPr/>
        </p:nvCxnSpPr>
        <p:spPr>
          <a:xfrm flipH="1" rot="10800000">
            <a:off x="10515600" y="1200150"/>
            <a:ext cx="857250" cy="342900"/>
          </a:xfrm>
          <a:prstGeom prst="straightConnector1">
            <a:avLst/>
          </a:prstGeom>
          <a:noFill/>
          <a:ln cap="flat" cmpd="sng" w="12700">
            <a:solidFill>
              <a:srgbClr val="4561BD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Texto, Carta&#10;&#10;O conteúdo gerado por IA pode estar incorreto." id="289" name="Google Shape;2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987" y="1715489"/>
            <a:ext cx="6238516" cy="4246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2711" y="1608467"/>
            <a:ext cx="4443142" cy="4834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 txBox="1"/>
          <p:nvPr>
            <p:ph type="ctrTitle"/>
          </p:nvPr>
        </p:nvSpPr>
        <p:spPr>
          <a:xfrm>
            <a:off x="620395" y="892175"/>
            <a:ext cx="7932420" cy="659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A campainha: Código</a:t>
            </a:r>
            <a:endParaRPr/>
          </a:p>
        </p:txBody>
      </p:sp>
      <p:cxnSp>
        <p:nvCxnSpPr>
          <p:cNvPr id="300" name="Google Shape;300;p7"/>
          <p:cNvCxnSpPr/>
          <p:nvPr/>
        </p:nvCxnSpPr>
        <p:spPr>
          <a:xfrm flipH="1" rot="10800000">
            <a:off x="658495" y="1543050"/>
            <a:ext cx="9857105" cy="19050"/>
          </a:xfrm>
          <a:prstGeom prst="straightConnector1">
            <a:avLst/>
          </a:prstGeom>
          <a:noFill/>
          <a:ln cap="flat" cmpd="sng" w="12700">
            <a:solidFill>
              <a:srgbClr val="4561BD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1" name="Google Shape;301;p7"/>
          <p:cNvCxnSpPr/>
          <p:nvPr/>
        </p:nvCxnSpPr>
        <p:spPr>
          <a:xfrm flipH="1" rot="10800000">
            <a:off x="10515600" y="1200150"/>
            <a:ext cx="857250" cy="342900"/>
          </a:xfrm>
          <a:prstGeom prst="straightConnector1">
            <a:avLst/>
          </a:prstGeom>
          <a:noFill/>
          <a:ln cap="flat" cmpd="sng" w="12700">
            <a:solidFill>
              <a:srgbClr val="4561BD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Texto&#10;&#10;O conteúdo gerado por IA pode estar incorreto." id="302" name="Google Shape;3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992" y="1718094"/>
            <a:ext cx="5354847" cy="4629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bela&#10;&#10;O conteúdo gerado por IA pode estar incorreto." id="303" name="Google Shape;30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3459" y="1718633"/>
            <a:ext cx="5645269" cy="4642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"/>
          <p:cNvSpPr txBox="1"/>
          <p:nvPr>
            <p:ph type="ctrTitle"/>
          </p:nvPr>
        </p:nvSpPr>
        <p:spPr>
          <a:xfrm>
            <a:off x="620395" y="892175"/>
            <a:ext cx="7932420" cy="659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A campainha: Código</a:t>
            </a:r>
            <a:endParaRPr/>
          </a:p>
        </p:txBody>
      </p:sp>
      <p:cxnSp>
        <p:nvCxnSpPr>
          <p:cNvPr id="313" name="Google Shape;313;p8"/>
          <p:cNvCxnSpPr/>
          <p:nvPr/>
        </p:nvCxnSpPr>
        <p:spPr>
          <a:xfrm flipH="1" rot="10800000">
            <a:off x="658495" y="1543050"/>
            <a:ext cx="9857105" cy="19050"/>
          </a:xfrm>
          <a:prstGeom prst="straightConnector1">
            <a:avLst/>
          </a:prstGeom>
          <a:noFill/>
          <a:ln cap="flat" cmpd="sng" w="12700">
            <a:solidFill>
              <a:srgbClr val="4561BD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4" name="Google Shape;314;p8"/>
          <p:cNvCxnSpPr/>
          <p:nvPr/>
        </p:nvCxnSpPr>
        <p:spPr>
          <a:xfrm flipH="1" rot="10800000">
            <a:off x="10515600" y="1200150"/>
            <a:ext cx="857250" cy="342900"/>
          </a:xfrm>
          <a:prstGeom prst="straightConnector1">
            <a:avLst/>
          </a:prstGeom>
          <a:noFill/>
          <a:ln cap="flat" cmpd="sng" w="12700">
            <a:solidFill>
              <a:srgbClr val="4561BD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Texto&#10;&#10;O conteúdo gerado por IA pode estar incorreto." id="315" name="Google Shape;31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076" y="1710277"/>
            <a:ext cx="4139243" cy="46451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316" name="Google Shape;3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6865" y="1597415"/>
            <a:ext cx="5419366" cy="4813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 txBox="1"/>
          <p:nvPr>
            <p:ph type="ctrTitle"/>
          </p:nvPr>
        </p:nvSpPr>
        <p:spPr>
          <a:xfrm>
            <a:off x="620395" y="892175"/>
            <a:ext cx="7932420" cy="659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A campainha: Código</a:t>
            </a:r>
            <a:endParaRPr/>
          </a:p>
        </p:txBody>
      </p:sp>
      <p:cxnSp>
        <p:nvCxnSpPr>
          <p:cNvPr id="326" name="Google Shape;326;p9"/>
          <p:cNvCxnSpPr/>
          <p:nvPr/>
        </p:nvCxnSpPr>
        <p:spPr>
          <a:xfrm flipH="1" rot="10800000">
            <a:off x="658495" y="1543050"/>
            <a:ext cx="9857105" cy="19050"/>
          </a:xfrm>
          <a:prstGeom prst="straightConnector1">
            <a:avLst/>
          </a:prstGeom>
          <a:noFill/>
          <a:ln cap="flat" cmpd="sng" w="12700">
            <a:solidFill>
              <a:srgbClr val="4561BD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7" name="Google Shape;327;p9"/>
          <p:cNvCxnSpPr/>
          <p:nvPr/>
        </p:nvCxnSpPr>
        <p:spPr>
          <a:xfrm flipH="1" rot="10800000">
            <a:off x="10515600" y="1200150"/>
            <a:ext cx="857250" cy="342900"/>
          </a:xfrm>
          <a:prstGeom prst="straightConnector1">
            <a:avLst/>
          </a:prstGeom>
          <a:noFill/>
          <a:ln cap="flat" cmpd="sng" w="12700">
            <a:solidFill>
              <a:srgbClr val="4561BD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Texto, Carta&#10;&#10;O conteúdo gerado por IA pode estar incorreto." id="328" name="Google Shape;3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068" y="1719083"/>
            <a:ext cx="5638620" cy="306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329" name="Google Shape;32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4847" y="1736785"/>
            <a:ext cx="6561286" cy="305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 txBox="1"/>
          <p:nvPr>
            <p:ph type="ctrTitle"/>
          </p:nvPr>
        </p:nvSpPr>
        <p:spPr>
          <a:xfrm>
            <a:off x="620395" y="892175"/>
            <a:ext cx="7932420" cy="659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Referência</a:t>
            </a:r>
            <a:endParaRPr/>
          </a:p>
        </p:txBody>
      </p:sp>
      <p:sp>
        <p:nvSpPr>
          <p:cNvPr id="338" name="Google Shape;338;p10"/>
          <p:cNvSpPr txBox="1"/>
          <p:nvPr/>
        </p:nvSpPr>
        <p:spPr>
          <a:xfrm>
            <a:off x="620395" y="1800225"/>
            <a:ext cx="10636250" cy="3538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OLIVEIRA, Marcelo Eduardo de; SOUZA, Matheus Fernando Lima Zuccherelli de; LIBERA, Giovanni Polette Dalla; OLIVEIRA, Renata Lima Zuccherelli de; TECH, Adriano Rogério Bruno.          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Introdução à Robótica Educacional com Arduino – Hands On!: Iniciante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Pirassununga: Faculdade de Zootecnia e Engenharia de Alimentos da USP, 2020. Disponível em: &lt;https://www.livrosabertos.abcd.usp.br/portaldelivrosUSP/catalog/book/483&gt;. Acesso em: 21 mar. 2025.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140" y="1915160"/>
            <a:ext cx="2335530" cy="3027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1"/>
          <p:cNvPicPr preferRelativeResize="0"/>
          <p:nvPr/>
        </p:nvPicPr>
        <p:blipFill rotWithShape="1">
          <a:blip r:embed="rId4">
            <a:alphaModFix/>
          </a:blip>
          <a:srcRect b="-4341" l="-1229" r="69262" t="-2791"/>
          <a:stretch/>
        </p:blipFill>
        <p:spPr>
          <a:xfrm>
            <a:off x="8963660" y="2051050"/>
            <a:ext cx="1892935" cy="179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1"/>
          <p:cNvPicPr preferRelativeResize="0"/>
          <p:nvPr/>
        </p:nvPicPr>
        <p:blipFill rotWithShape="1">
          <a:blip r:embed="rId4">
            <a:alphaModFix/>
          </a:blip>
          <a:srcRect b="-5708" l="32768" r="-8782" t="5708"/>
          <a:stretch/>
        </p:blipFill>
        <p:spPr>
          <a:xfrm>
            <a:off x="7987030" y="3698875"/>
            <a:ext cx="3846195" cy="145986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1"/>
          <p:cNvSpPr txBox="1"/>
          <p:nvPr>
            <p:ph type="ctrTitle"/>
          </p:nvPr>
        </p:nvSpPr>
        <p:spPr>
          <a:xfrm>
            <a:off x="3167380" y="1545590"/>
            <a:ext cx="5185410" cy="28073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Agradecemos pela atenção!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2025-03-28T17:09:00Z</dcterms:created>
  <dc:creator>Isaque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1046-12.2.0.21179</vt:lpwstr>
  </property>
  <property fmtid="{D5CDD505-2E9C-101B-9397-08002B2CF9AE}" pid="3" name="ICV">
    <vt:lpwstr>8B3BF31CB6E447E383E22A3FF0C87609_13</vt:lpwstr>
  </property>
</Properties>
</file>